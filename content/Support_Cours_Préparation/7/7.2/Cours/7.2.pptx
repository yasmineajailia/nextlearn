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6"/>
  </p:notesMasterIdLst>
  <p:sldIdLst>
    <p:sldId id="303" r:id="rId3"/>
    <p:sldId id="325" r:id="rId4"/>
    <p:sldId id="326" r:id="rId5"/>
  </p:sldIdLst>
  <p:sldSz cx="9144000" cy="6858000" type="screen4x3"/>
  <p:notesSz cx="7102475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4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59" autoAdjust="0"/>
    <p:restoredTop sz="91085" autoAdjust="0"/>
  </p:normalViewPr>
  <p:slideViewPr>
    <p:cSldViewPr>
      <p:cViewPr varScale="1">
        <p:scale>
          <a:sx n="71" d="100"/>
          <a:sy n="71" d="100"/>
        </p:scale>
        <p:origin x="1834" y="43"/>
      </p:cViewPr>
      <p:guideLst>
        <p:guide orient="horz" pos="2160"/>
        <p:guide pos="2889"/>
      </p:guideLst>
    </p:cSldViewPr>
  </p:slideViewPr>
  <p:outlineViewPr>
    <p:cViewPr>
      <p:scale>
        <a:sx n="33" d="100"/>
        <a:sy n="33" d="100"/>
      </p:scale>
      <p:origin x="246" y="36318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2832" y="-108"/>
      </p:cViewPr>
      <p:guideLst>
        <p:guide orient="horz" pos="3224"/>
        <p:guide pos="22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r">
              <a:defRPr sz="1300"/>
            </a:lvl1pPr>
          </a:lstStyle>
          <a:p>
            <a:fld id="{06CCD8A3-D0C3-4B8F-81C5-B7B3A13A24B7}" type="datetimeFigureOut">
              <a:rPr lang="fr-FR" smtClean="0"/>
              <a:t>29/06/2025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6" tIns="49533" rIns="99066" bIns="49533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10248" y="4861441"/>
            <a:ext cx="5681980" cy="4605576"/>
          </a:xfrm>
          <a:prstGeom prst="rect">
            <a:avLst/>
          </a:prstGeom>
        </p:spPr>
        <p:txBody>
          <a:bodyPr vert="horz" lIns="99066" tIns="49533" rIns="99066" bIns="49533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3092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r">
              <a:defRPr sz="1300"/>
            </a:lvl1pPr>
          </a:lstStyle>
          <a:p>
            <a:fld id="{ACFBFDCE-FF8E-4804-9ED7-98E068DE68B1}" type="slidenum">
              <a:rPr lang="fr-FR" smtClean="0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993775" y="768350"/>
            <a:ext cx="5114925" cy="3836988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990600">
              <a:defRPr/>
            </a:pPr>
            <a:endParaRPr lang="fr-FR" baseline="0" dirty="0">
              <a:cs typeface="Arial" panose="020B0604020202020204" pitchFamily="34" charset="0"/>
            </a:endParaRPr>
          </a:p>
          <a:p>
            <a:pPr defTabSz="990600">
              <a:defRPr/>
            </a:pPr>
            <a:endParaRPr lang="fr-FR" baseline="0" dirty="0">
              <a:cs typeface="Arial" panose="020B0604020202020204" pitchFamily="34" charset="0"/>
            </a:endParaRPr>
          </a:p>
          <a:p>
            <a:pPr defTabSz="990600">
              <a:defRPr/>
            </a:pPr>
            <a:endParaRPr lang="fr-FR" dirty="0">
              <a:cs typeface="Arial" panose="020B0604020202020204" pitchFamily="34" charset="0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72BC6-E43E-4D33-92EC-8931FBF71671}" type="slidenum">
              <a:rPr lang="fr-FR" smtClean="0"/>
              <a:t>1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29/06/2025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29/06/2025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29/06/2025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29/06/2025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29/06/2025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29/06/2025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29/06/2025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29/06/2025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29/06/2025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29/06/2025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 hasCustomPrompt="1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29/06/2025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0F4CA-DDF0-4922-A076-B3FFF707F360}" type="datetime1">
              <a:rPr lang="fr-FR" smtClean="0"/>
              <a:t>29/06/2025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B8A2A-CEE3-4AC8-88AC-18907018F13D}" type="datetime1">
              <a:rPr lang="fr-FR" smtClean="0"/>
              <a:t>29/06/2025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90ABD-5EDF-4330-87A1-F5E091149F39}" type="datetime1">
              <a:rPr lang="fr-FR" smtClean="0"/>
              <a:t>29/06/2025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56DF-D467-4D7C-956A-CDFE02484858}" type="datetime1">
              <a:rPr lang="fr-FR" smtClean="0"/>
              <a:t>29/06/2025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C8B8A-BCB1-4BD7-857A-6FFFDA648566}" type="datetime1">
              <a:rPr lang="fr-FR" smtClean="0"/>
              <a:t>29/06/2025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BE788-06AD-4519-807E-844AC9CFD440}" type="datetime1">
              <a:rPr lang="fr-FR" smtClean="0"/>
              <a:t>29/06/2025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9E3DF-E6EC-43E0-A217-4BBDF4075969}" type="datetime1">
              <a:rPr lang="fr-FR" smtClean="0"/>
              <a:t>29/06/2025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F12B-9D92-47AE-A88E-E4E9342549DE}" type="datetime1">
              <a:rPr lang="fr-FR" smtClean="0"/>
              <a:t>29/06/2025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CCF42-56A6-4127-923C-0462989227D6}" type="datetime1">
              <a:rPr lang="fr-FR" smtClean="0"/>
              <a:t>29/06/2025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9D686-199F-4CD9-B9B3-3B14DEC38394}" type="datetime1">
              <a:rPr lang="fr-FR" smtClean="0"/>
              <a:t>29/06/2025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24EA7-33E1-452B-A5BE-4BB07EA6C97D}" type="datetime1">
              <a:rPr lang="fr-FR" smtClean="0"/>
              <a:t>29/06/2025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t>29/06/2025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C6E91-AD3D-4A26-91B5-BD697B5F7642}" type="datetime1">
              <a:rPr lang="fr-FR" smtClean="0"/>
              <a:t>29/06/2025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500034" y="2540004"/>
            <a:ext cx="82868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/>
            <a:r>
              <a:rPr lang="fr-FR" sz="5400" b="1" dirty="0"/>
              <a:t>    </a:t>
            </a:r>
            <a:r>
              <a:rPr lang="fr-F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Fonctions et pointeurs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6" descr="D:\esprit 2014\ESPRIT 2014\charte essprit 2014\logo-esprit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211" y="6111080"/>
            <a:ext cx="1337716" cy="505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ce réservé du numéro de diapositive 7"/>
          <p:cNvSpPr>
            <a:spLocks noGrp="1"/>
          </p:cNvSpPr>
          <p:nvPr>
            <p:ph type="sldNum" sz="quarter" idx="12"/>
          </p:nvPr>
        </p:nvSpPr>
        <p:spPr>
          <a:xfrm>
            <a:off x="7086600" y="6492876"/>
            <a:ext cx="2057400" cy="365125"/>
          </a:xfrm>
        </p:spPr>
        <p:txBody>
          <a:bodyPr/>
          <a:lstStyle/>
          <a:p>
            <a:fld id="{CF4668DC-857F-487D-BFFA-8C0CA5037977}" type="slidenum">
              <a:rPr lang="fr-BE" sz="2400" b="1" smtClean="0">
                <a:solidFill>
                  <a:schemeClr val="tx1"/>
                </a:solidFill>
              </a:rPr>
              <a:t>1</a:t>
            </a:fld>
            <a:endParaRPr lang="fr-BE" sz="2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2</a:t>
            </a:fld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614903" y="512859"/>
            <a:ext cx="62431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Exploitation du passage par adresse</a:t>
            </a:r>
          </a:p>
        </p:txBody>
      </p:sp>
      <p:sp>
        <p:nvSpPr>
          <p:cNvPr id="12" name="CustomShape 5"/>
          <p:cNvSpPr/>
          <p:nvPr/>
        </p:nvSpPr>
        <p:spPr>
          <a:xfrm>
            <a:off x="714348" y="1571612"/>
            <a:ext cx="8215370" cy="414340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/>
          <a:lstStyle/>
          <a:p>
            <a:pPr algn="just">
              <a:buFontTx/>
              <a:buChar char="-"/>
            </a:pPr>
            <a:r>
              <a:rPr lang="fr-FR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 C, </a:t>
            </a:r>
            <a:r>
              <a:rPr lang="fr-FR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fr-FR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ne permet de retourner qu’</a:t>
            </a:r>
            <a:r>
              <a:rPr lang="fr-FR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une seule </a:t>
            </a:r>
            <a:r>
              <a:rPr lang="fr-FR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valeur.</a:t>
            </a:r>
          </a:p>
          <a:p>
            <a:pPr algn="just">
              <a:buFontTx/>
              <a:buChar char="-"/>
            </a:pPr>
            <a:endParaRPr lang="fr-FR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r>
              <a:rPr lang="fr-FR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Parfois une fonction doit retourner </a:t>
            </a:r>
            <a:r>
              <a:rPr lang="fr-FR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plusieurs </a:t>
            </a:r>
            <a:r>
              <a:rPr lang="fr-FR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résultats en sortie.</a:t>
            </a:r>
          </a:p>
          <a:p>
            <a:pPr algn="just"/>
            <a:endParaRPr lang="fr-FR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-Il n’y a qu’une solution pour retourner plusieurs résultats: passer en </a:t>
            </a:r>
          </a:p>
          <a:p>
            <a:pPr algn="just"/>
            <a:r>
              <a:rPr lang="fr-FR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paramètre  l’</a:t>
            </a:r>
            <a:r>
              <a:rPr lang="fr-FR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adresse</a:t>
            </a:r>
            <a:r>
              <a:rPr lang="fr-FR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des variables où seront stockés les résultats.</a:t>
            </a:r>
          </a:p>
          <a:p>
            <a:pPr algn="just"/>
            <a:endParaRPr lang="fr-FR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r>
              <a:rPr lang="fr-FR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 passage par adresse est aussi utile pour modifier  le contenu des </a:t>
            </a:r>
          </a:p>
          <a:p>
            <a:pPr algn="just"/>
            <a:r>
              <a:rPr lang="fr-FR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variables  déclarées dans d’autres fonctions .</a:t>
            </a:r>
          </a:p>
          <a:p>
            <a:pPr algn="just"/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r-FR" sz="2000" dirty="0"/>
          </a:p>
          <a:p>
            <a:pPr algn="just">
              <a:buFontTx/>
              <a:buChar char="-"/>
            </a:pP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3</a:t>
            </a:fld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714348" y="285728"/>
            <a:ext cx="6243113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endParaRPr lang="fr-FR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ustomShape 5"/>
          <p:cNvSpPr/>
          <p:nvPr/>
        </p:nvSpPr>
        <p:spPr>
          <a:xfrm>
            <a:off x="714348" y="807702"/>
            <a:ext cx="9144064" cy="57150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/>
          <a:lstStyle/>
          <a:p>
            <a:pPr algn="just">
              <a:buFontTx/>
              <a:buChar char="-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Une fonction qui retourne le minimum et le maximum  de deux entiers a et b.</a:t>
            </a:r>
          </a:p>
          <a:p>
            <a:pPr algn="just"/>
            <a:endParaRPr lang="fr-FR" b="1" dirty="0" err="1">
              <a:latin typeface="Courier New" panose="02070309020205020404" charset="0"/>
              <a:cs typeface="Courier New" panose="02070309020205020404" charset="0"/>
            </a:endParaRPr>
          </a:p>
          <a:p>
            <a:pPr algn="just"/>
            <a:r>
              <a:rPr lang="fr-FR" b="1" dirty="0" err="1">
                <a:latin typeface="Courier New" panose="02070309020205020404" charset="0"/>
                <a:cs typeface="Courier New" panose="02070309020205020404" charset="0"/>
              </a:rPr>
              <a:t>void</a:t>
            </a:r>
            <a:r>
              <a:rPr lang="fr-FR" b="1" dirty="0">
                <a:latin typeface="Courier New" panose="02070309020205020404" charset="0"/>
                <a:cs typeface="Courier New" panose="02070309020205020404" charset="0"/>
              </a:rPr>
              <a:t> </a:t>
            </a:r>
            <a:r>
              <a:rPr lang="fr-FR" b="1" dirty="0" err="1">
                <a:latin typeface="Courier New" panose="02070309020205020404" charset="0"/>
                <a:cs typeface="Courier New" panose="02070309020205020404" charset="0"/>
              </a:rPr>
              <a:t>min_max</a:t>
            </a:r>
            <a:r>
              <a:rPr lang="fr-FR" b="1" dirty="0">
                <a:latin typeface="Courier New" panose="02070309020205020404" charset="0"/>
                <a:cs typeface="Courier New" panose="02070309020205020404" charset="0"/>
              </a:rPr>
              <a:t>(</a:t>
            </a:r>
            <a:r>
              <a:rPr lang="fr-FR" b="1" dirty="0" err="1">
                <a:latin typeface="Courier New" panose="02070309020205020404" charset="0"/>
                <a:cs typeface="Courier New" panose="02070309020205020404" charset="0"/>
              </a:rPr>
              <a:t>int</a:t>
            </a:r>
            <a:r>
              <a:rPr lang="fr-FR" b="1" dirty="0">
                <a:latin typeface="Courier New" panose="02070309020205020404" charset="0"/>
                <a:cs typeface="Courier New" panose="02070309020205020404" charset="0"/>
              </a:rPr>
              <a:t> a, </a:t>
            </a:r>
            <a:r>
              <a:rPr lang="fr-FR" b="1" dirty="0" err="1">
                <a:latin typeface="Courier New" panose="02070309020205020404" charset="0"/>
                <a:cs typeface="Courier New" panose="02070309020205020404" charset="0"/>
              </a:rPr>
              <a:t>int</a:t>
            </a:r>
            <a:r>
              <a:rPr lang="fr-FR" b="1" dirty="0">
                <a:latin typeface="Courier New" panose="02070309020205020404" charset="0"/>
                <a:cs typeface="Courier New" panose="02070309020205020404" charset="0"/>
              </a:rPr>
              <a:t> b, </a:t>
            </a:r>
            <a:r>
              <a:rPr lang="fr-FR" sz="2000" b="1" dirty="0" err="1">
                <a:solidFill>
                  <a:schemeClr val="accent6"/>
                </a:solidFill>
                <a:latin typeface="Courier New" panose="02070309020205020404" charset="0"/>
                <a:cs typeface="Courier New" panose="02070309020205020404" charset="0"/>
              </a:rPr>
              <a:t>int</a:t>
            </a:r>
            <a:r>
              <a:rPr lang="fr-FR" sz="2000" b="1" dirty="0">
                <a:solidFill>
                  <a:schemeClr val="accent6"/>
                </a:solidFill>
                <a:latin typeface="Courier New" panose="02070309020205020404" charset="0"/>
                <a:cs typeface="Courier New" panose="02070309020205020404" charset="0"/>
              </a:rPr>
              <a:t> * </a:t>
            </a:r>
            <a:r>
              <a:rPr lang="fr-FR" sz="2000" b="1" dirty="0" err="1">
                <a:solidFill>
                  <a:schemeClr val="accent6"/>
                </a:solidFill>
                <a:latin typeface="Courier New" panose="02070309020205020404" charset="0"/>
                <a:cs typeface="Courier New" panose="02070309020205020404" charset="0"/>
              </a:rPr>
              <a:t>pmin</a:t>
            </a:r>
            <a:r>
              <a:rPr lang="fr-FR" sz="2000" b="1" dirty="0">
                <a:solidFill>
                  <a:schemeClr val="accent6"/>
                </a:solidFill>
                <a:latin typeface="Courier New" panose="02070309020205020404" charset="0"/>
                <a:cs typeface="Courier New" panose="02070309020205020404" charset="0"/>
              </a:rPr>
              <a:t>, </a:t>
            </a:r>
            <a:r>
              <a:rPr lang="fr-FR" sz="2000" b="1" dirty="0" err="1">
                <a:solidFill>
                  <a:schemeClr val="accent6"/>
                </a:solidFill>
                <a:latin typeface="Courier New" panose="02070309020205020404" charset="0"/>
                <a:cs typeface="Courier New" panose="02070309020205020404" charset="0"/>
              </a:rPr>
              <a:t>int</a:t>
            </a:r>
            <a:r>
              <a:rPr lang="fr-FR" sz="2000" b="1" dirty="0">
                <a:solidFill>
                  <a:schemeClr val="accent6"/>
                </a:solidFill>
                <a:latin typeface="Courier New" panose="02070309020205020404" charset="0"/>
                <a:cs typeface="Courier New" panose="02070309020205020404" charset="0"/>
              </a:rPr>
              <a:t>* </a:t>
            </a:r>
            <a:r>
              <a:rPr lang="fr-FR" sz="2000" b="1" dirty="0" err="1">
                <a:solidFill>
                  <a:schemeClr val="accent6"/>
                </a:solidFill>
                <a:latin typeface="Courier New" panose="02070309020205020404" charset="0"/>
                <a:cs typeface="Courier New" panose="02070309020205020404" charset="0"/>
              </a:rPr>
              <a:t>pmax</a:t>
            </a:r>
            <a:r>
              <a:rPr lang="fr-FR" b="1" dirty="0">
                <a:latin typeface="Courier New" panose="02070309020205020404" charset="0"/>
                <a:cs typeface="Courier New" panose="02070309020205020404" charset="0"/>
              </a:rPr>
              <a:t>)</a:t>
            </a:r>
          </a:p>
          <a:p>
            <a:pPr algn="just"/>
            <a:r>
              <a:rPr lang="fr-FR" b="1" dirty="0">
                <a:latin typeface="Courier New" panose="02070309020205020404" charset="0"/>
                <a:cs typeface="Courier New" panose="02070309020205020404" charset="0"/>
              </a:rPr>
              <a:t>{   </a:t>
            </a:r>
          </a:p>
          <a:p>
            <a:pPr algn="just"/>
            <a:r>
              <a:rPr lang="fr-FR" b="1" dirty="0">
                <a:latin typeface="Courier New" panose="02070309020205020404" charset="0"/>
                <a:cs typeface="Courier New" panose="02070309020205020404" charset="0"/>
              </a:rPr>
              <a:t>if(a&lt;b) {</a:t>
            </a:r>
          </a:p>
          <a:p>
            <a:pPr algn="just"/>
            <a:r>
              <a:rPr lang="fr-FR" b="1" dirty="0">
                <a:latin typeface="Courier New" panose="02070309020205020404" charset="0"/>
                <a:cs typeface="Courier New" panose="02070309020205020404" charset="0"/>
              </a:rPr>
              <a:t>            *</a:t>
            </a:r>
            <a:r>
              <a:rPr lang="fr-FR" b="1" dirty="0" err="1">
                <a:latin typeface="Courier New" panose="02070309020205020404" charset="0"/>
                <a:cs typeface="Courier New" panose="02070309020205020404" charset="0"/>
              </a:rPr>
              <a:t>pmin</a:t>
            </a:r>
            <a:r>
              <a:rPr lang="fr-FR" b="1" dirty="0">
                <a:latin typeface="Courier New" panose="02070309020205020404" charset="0"/>
                <a:cs typeface="Courier New" panose="02070309020205020404" charset="0"/>
              </a:rPr>
              <a:t>=a;</a:t>
            </a:r>
          </a:p>
          <a:p>
            <a:pPr algn="just"/>
            <a:r>
              <a:rPr lang="fr-FR" b="1" dirty="0">
                <a:latin typeface="Courier New" panose="02070309020205020404" charset="0"/>
                <a:cs typeface="Courier New" panose="02070309020205020404" charset="0"/>
              </a:rPr>
              <a:t>            *</a:t>
            </a:r>
            <a:r>
              <a:rPr lang="fr-FR" b="1" dirty="0" err="1">
                <a:latin typeface="Courier New" panose="02070309020205020404" charset="0"/>
                <a:cs typeface="Courier New" panose="02070309020205020404" charset="0"/>
              </a:rPr>
              <a:t>pmax</a:t>
            </a:r>
            <a:r>
              <a:rPr lang="fr-FR" b="1" dirty="0">
                <a:latin typeface="Courier New" panose="02070309020205020404" charset="0"/>
                <a:cs typeface="Courier New" panose="02070309020205020404" charset="0"/>
              </a:rPr>
              <a:t>=b;</a:t>
            </a:r>
          </a:p>
          <a:p>
            <a:pPr algn="just"/>
            <a:r>
              <a:rPr lang="fr-FR" b="1" dirty="0">
                <a:latin typeface="Courier New" panose="02070309020205020404" charset="0"/>
                <a:cs typeface="Courier New" panose="02070309020205020404" charset="0"/>
              </a:rPr>
              <a:t>       }</a:t>
            </a:r>
          </a:p>
          <a:p>
            <a:pPr algn="just"/>
            <a:r>
              <a:rPr lang="fr-FR" b="1" dirty="0">
                <a:latin typeface="Courier New" panose="02070309020205020404" charset="0"/>
                <a:cs typeface="Courier New" panose="02070309020205020404" charset="0"/>
              </a:rPr>
              <a:t>  </a:t>
            </a:r>
            <a:r>
              <a:rPr lang="fr-FR" b="1" dirty="0" err="1">
                <a:latin typeface="Courier New" panose="02070309020205020404" charset="0"/>
                <a:cs typeface="Courier New" panose="02070309020205020404" charset="0"/>
              </a:rPr>
              <a:t>else</a:t>
            </a:r>
            <a:r>
              <a:rPr lang="fr-FR" b="1" dirty="0">
                <a:latin typeface="Courier New" panose="02070309020205020404" charset="0"/>
                <a:cs typeface="Courier New" panose="02070309020205020404" charset="0"/>
              </a:rPr>
              <a:t> {</a:t>
            </a:r>
          </a:p>
          <a:p>
            <a:pPr algn="just"/>
            <a:r>
              <a:rPr lang="fr-FR" b="1" dirty="0">
                <a:latin typeface="Courier New" panose="02070309020205020404" charset="0"/>
                <a:cs typeface="Courier New" panose="02070309020205020404" charset="0"/>
              </a:rPr>
              <a:t>            *</a:t>
            </a:r>
            <a:r>
              <a:rPr lang="fr-FR" b="1" dirty="0" err="1">
                <a:latin typeface="Courier New" panose="02070309020205020404" charset="0"/>
                <a:cs typeface="Courier New" panose="02070309020205020404" charset="0"/>
              </a:rPr>
              <a:t>pmin</a:t>
            </a:r>
            <a:r>
              <a:rPr lang="fr-FR" b="1" dirty="0">
                <a:latin typeface="Courier New" panose="02070309020205020404" charset="0"/>
                <a:cs typeface="Courier New" panose="02070309020205020404" charset="0"/>
              </a:rPr>
              <a:t>=b;</a:t>
            </a:r>
          </a:p>
          <a:p>
            <a:pPr algn="just"/>
            <a:r>
              <a:rPr lang="fr-FR" b="1" dirty="0">
                <a:latin typeface="Courier New" panose="02070309020205020404" charset="0"/>
                <a:cs typeface="Courier New" panose="02070309020205020404" charset="0"/>
              </a:rPr>
              <a:t>            *</a:t>
            </a:r>
            <a:r>
              <a:rPr lang="fr-FR" b="1" dirty="0" err="1">
                <a:latin typeface="Courier New" panose="02070309020205020404" charset="0"/>
                <a:cs typeface="Courier New" panose="02070309020205020404" charset="0"/>
              </a:rPr>
              <a:t>pmax</a:t>
            </a:r>
            <a:r>
              <a:rPr lang="fr-FR" b="1" dirty="0">
                <a:latin typeface="Courier New" panose="02070309020205020404" charset="0"/>
                <a:cs typeface="Courier New" panose="02070309020205020404" charset="0"/>
              </a:rPr>
              <a:t>=a;</a:t>
            </a:r>
          </a:p>
          <a:p>
            <a:pPr algn="just"/>
            <a:r>
              <a:rPr lang="fr-FR" b="1" dirty="0">
                <a:latin typeface="Courier New" panose="02070309020205020404" charset="0"/>
                <a:cs typeface="Courier New" panose="02070309020205020404" charset="0"/>
              </a:rPr>
              <a:t>       }</a:t>
            </a:r>
          </a:p>
          <a:p>
            <a:pPr algn="just"/>
            <a:r>
              <a:rPr lang="fr-FR" b="1" dirty="0">
                <a:latin typeface="Courier New" panose="02070309020205020404" charset="0"/>
                <a:cs typeface="Courier New" panose="02070309020205020404" charset="0"/>
              </a:rPr>
              <a:t>}</a:t>
            </a:r>
          </a:p>
          <a:p>
            <a:pPr algn="just"/>
            <a:endParaRPr lang="fr-FR" b="1" dirty="0">
              <a:latin typeface="Courier New" panose="02070309020205020404" charset="0"/>
              <a:cs typeface="Courier New" panose="02070309020205020404" charset="0"/>
            </a:endParaRPr>
          </a:p>
          <a:p>
            <a:pPr algn="just"/>
            <a:r>
              <a:rPr lang="fr-FR" b="1" dirty="0" err="1">
                <a:latin typeface="Courier New" panose="02070309020205020404" charset="0"/>
                <a:cs typeface="Courier New" panose="02070309020205020404" charset="0"/>
              </a:rPr>
              <a:t>int</a:t>
            </a:r>
            <a:r>
              <a:rPr lang="fr-FR" b="1" dirty="0">
                <a:latin typeface="Courier New" panose="02070309020205020404" charset="0"/>
                <a:cs typeface="Courier New" panose="02070309020205020404" charset="0"/>
              </a:rPr>
              <a:t> main()</a:t>
            </a:r>
          </a:p>
          <a:p>
            <a:pPr algn="just"/>
            <a:r>
              <a:rPr lang="fr-FR" b="1" dirty="0">
                <a:latin typeface="Courier New" panose="02070309020205020404" charset="0"/>
                <a:cs typeface="Courier New" panose="02070309020205020404" charset="0"/>
              </a:rPr>
              <a:t>{  </a:t>
            </a:r>
          </a:p>
          <a:p>
            <a:pPr algn="just"/>
            <a:r>
              <a:rPr lang="fr-FR" b="1" dirty="0">
                <a:latin typeface="Courier New" panose="02070309020205020404" charset="0"/>
                <a:cs typeface="Courier New" panose="02070309020205020404" charset="0"/>
              </a:rPr>
              <a:t>    </a:t>
            </a:r>
            <a:r>
              <a:rPr lang="fr-FR" b="1" dirty="0" err="1">
                <a:latin typeface="Courier New" panose="02070309020205020404" charset="0"/>
                <a:cs typeface="Courier New" panose="02070309020205020404" charset="0"/>
              </a:rPr>
              <a:t>int</a:t>
            </a:r>
            <a:r>
              <a:rPr lang="fr-FR" b="1" dirty="0">
                <a:latin typeface="Courier New" panose="02070309020205020404" charset="0"/>
                <a:cs typeface="Courier New" panose="02070309020205020404" charset="0"/>
              </a:rPr>
              <a:t> </a:t>
            </a:r>
            <a:r>
              <a:rPr lang="fr-FR" b="1" dirty="0" err="1">
                <a:latin typeface="Courier New" panose="02070309020205020404" charset="0"/>
                <a:cs typeface="Courier New" panose="02070309020205020404" charset="0"/>
              </a:rPr>
              <a:t>a,b</a:t>
            </a:r>
            <a:r>
              <a:rPr lang="fr-FR" b="1" dirty="0">
                <a:latin typeface="Courier New" panose="02070309020205020404" charset="0"/>
                <a:cs typeface="Courier New" panose="02070309020205020404" charset="0"/>
              </a:rPr>
              <a:t>, </a:t>
            </a:r>
            <a:r>
              <a:rPr lang="fr-FR" b="1" dirty="0" err="1">
                <a:latin typeface="Courier New" panose="02070309020205020404" charset="0"/>
                <a:cs typeface="Courier New" panose="02070309020205020404" charset="0"/>
              </a:rPr>
              <a:t>min,max</a:t>
            </a:r>
            <a:r>
              <a:rPr lang="fr-FR" b="1" dirty="0">
                <a:latin typeface="Courier New" panose="02070309020205020404" charset="0"/>
                <a:cs typeface="Courier New" panose="02070309020205020404" charset="0"/>
              </a:rPr>
              <a:t>;</a:t>
            </a:r>
          </a:p>
          <a:p>
            <a:pPr algn="just"/>
            <a:r>
              <a:rPr lang="fr-FR" b="1" dirty="0">
                <a:latin typeface="Courier New" panose="02070309020205020404" charset="0"/>
                <a:cs typeface="Courier New" panose="02070309020205020404" charset="0"/>
              </a:rPr>
              <a:t>    </a:t>
            </a:r>
            <a:r>
              <a:rPr lang="fr-FR" b="1" dirty="0" err="1">
                <a:latin typeface="Courier New" panose="02070309020205020404" charset="0"/>
                <a:cs typeface="Courier New" panose="02070309020205020404" charset="0"/>
              </a:rPr>
              <a:t>printf</a:t>
            </a:r>
            <a:r>
              <a:rPr lang="fr-FR" b="1" dirty="0">
                <a:latin typeface="Courier New" panose="02070309020205020404" charset="0"/>
                <a:cs typeface="Courier New" panose="02070309020205020404" charset="0"/>
              </a:rPr>
              <a:t>("Entrer deux entiers");</a:t>
            </a:r>
          </a:p>
          <a:p>
            <a:pPr algn="just"/>
            <a:r>
              <a:rPr lang="fr-FR" b="1" dirty="0">
                <a:latin typeface="Courier New" panose="02070309020205020404" charset="0"/>
                <a:cs typeface="Courier New" panose="02070309020205020404" charset="0"/>
              </a:rPr>
              <a:t>    </a:t>
            </a:r>
            <a:r>
              <a:rPr lang="fr-FR" b="1" dirty="0" err="1">
                <a:latin typeface="Courier New" panose="02070309020205020404" charset="0"/>
                <a:cs typeface="Courier New" panose="02070309020205020404" charset="0"/>
              </a:rPr>
              <a:t>scanf</a:t>
            </a:r>
            <a:r>
              <a:rPr lang="fr-FR" b="1" dirty="0">
                <a:latin typeface="Courier New" panose="02070309020205020404" charset="0"/>
                <a:cs typeface="Courier New" panose="02070309020205020404" charset="0"/>
              </a:rPr>
              <a:t>("%d  %d", &amp;a,&amp;b);</a:t>
            </a:r>
          </a:p>
          <a:p>
            <a:pPr algn="just"/>
            <a:r>
              <a:rPr lang="fr-FR" b="1" dirty="0">
                <a:latin typeface="Courier New" panose="02070309020205020404" charset="0"/>
                <a:cs typeface="Courier New" panose="02070309020205020404" charset="0"/>
              </a:rPr>
              <a:t>    </a:t>
            </a:r>
            <a:r>
              <a:rPr lang="fr-FR" b="1" dirty="0" err="1">
                <a:latin typeface="Courier New" panose="02070309020205020404" charset="0"/>
                <a:cs typeface="Courier New" panose="02070309020205020404" charset="0"/>
              </a:rPr>
              <a:t>min_max</a:t>
            </a:r>
            <a:r>
              <a:rPr lang="fr-FR" b="1" dirty="0">
                <a:latin typeface="Courier New" panose="02070309020205020404" charset="0"/>
                <a:cs typeface="Courier New" panose="02070309020205020404" charset="0"/>
              </a:rPr>
              <a:t>(</a:t>
            </a:r>
            <a:r>
              <a:rPr lang="fr-FR" b="1" dirty="0" err="1">
                <a:latin typeface="Courier New" panose="02070309020205020404" charset="0"/>
                <a:cs typeface="Courier New" panose="02070309020205020404" charset="0"/>
              </a:rPr>
              <a:t>a,b</a:t>
            </a:r>
            <a:r>
              <a:rPr lang="fr-FR" b="1" dirty="0">
                <a:latin typeface="Courier New" panose="02070309020205020404" charset="0"/>
                <a:cs typeface="Courier New" panose="02070309020205020404" charset="0"/>
              </a:rPr>
              <a:t>,&amp;min,&amp;max); </a:t>
            </a:r>
          </a:p>
          <a:p>
            <a:pPr algn="just"/>
            <a:r>
              <a:rPr lang="fr-FR" b="1">
                <a:latin typeface="Courier New" panose="02070309020205020404" charset="0"/>
                <a:cs typeface="Courier New" panose="02070309020205020404" charset="0"/>
              </a:rPr>
              <a:t>    printf</a:t>
            </a:r>
            <a:r>
              <a:rPr lang="fr-FR" b="1" dirty="0">
                <a:latin typeface="Courier New" panose="02070309020205020404" charset="0"/>
                <a:cs typeface="Courier New" panose="02070309020205020404" charset="0"/>
              </a:rPr>
              <a:t>("le min est %d le max est %d",</a:t>
            </a:r>
            <a:r>
              <a:rPr lang="fr-FR" b="1" dirty="0" err="1">
                <a:latin typeface="Courier New" panose="02070309020205020404" charset="0"/>
                <a:cs typeface="Courier New" panose="02070309020205020404" charset="0"/>
              </a:rPr>
              <a:t>min,max</a:t>
            </a:r>
            <a:r>
              <a:rPr lang="fr-FR" b="1" dirty="0">
                <a:latin typeface="Courier New" panose="02070309020205020404" charset="0"/>
                <a:cs typeface="Courier New" panose="02070309020205020404" charset="0"/>
              </a:rPr>
              <a:t>); </a:t>
            </a:r>
          </a:p>
          <a:p>
            <a:pPr algn="just"/>
            <a:r>
              <a:rPr lang="fr-FR" b="1" dirty="0">
                <a:latin typeface="Courier New" panose="02070309020205020404" charset="0"/>
                <a:cs typeface="Courier New" panose="02070309020205020404" charset="0"/>
              </a:rPr>
              <a:t>}</a:t>
            </a:r>
          </a:p>
          <a:p>
            <a:pPr algn="just">
              <a:buFontTx/>
              <a:buChar char="-"/>
            </a:pP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Pour retourner plusieurs résultats, la fonction n’a qu’à prendre l’adresse </a:t>
            </a:r>
          </a:p>
          <a:p>
            <a:pPr algn="just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variables ou stocker les résultats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238</Words>
  <Application>Microsoft Office PowerPoint</Application>
  <PresentationFormat>On-screen Show (4:3)</PresentationFormat>
  <Paragraphs>58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Calibri</vt:lpstr>
      <vt:lpstr>Calibri Light</vt:lpstr>
      <vt:lpstr>Courier New</vt:lpstr>
      <vt:lpstr>Times New Roman</vt:lpstr>
      <vt:lpstr>Thème Office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esprit</dc:creator>
  <cp:lastModifiedBy>naouel boughattas</cp:lastModifiedBy>
  <cp:revision>382</cp:revision>
  <dcterms:created xsi:type="dcterms:W3CDTF">2017-09-09T12:22:00Z</dcterms:created>
  <dcterms:modified xsi:type="dcterms:W3CDTF">2025-06-29T08:27:37Z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1036-11.2.0.11417</vt:lpwstr>
  </property>
  <property fmtid="{D5CDD505-2E9C-101B-9397-08002B2CF9AE}" pid="3" name="ICV">
    <vt:lpwstr>768E6AA9A802482EBF3A32EE1EA2B467</vt:lpwstr>
  </property>
</Properties>
</file>