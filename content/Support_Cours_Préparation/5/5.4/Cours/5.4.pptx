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89" r:id="rId4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47944" y="2019612"/>
            <a:ext cx="8572528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L’accès à un élément d’une chaîne de caractères peut se faire de la même façon que l’accès à un élément d’un tableau.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déclarant une chaîne par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char Chaine[4];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déclaré un tableau de 4 éléments auxquels on peut accéder par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Chaine[0], Chaine[1], Chaine[2], Chaine[3]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03" y="673532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aux éléments d’une chaîne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WPS Presentation</Application>
  <PresentationFormat>Affichage à l'écran (4:3)</PresentationFormat>
  <Paragraphs>21</Paragraphs>
  <Slides>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