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305" r:id="rId4"/>
    <p:sldId id="306" r:id="rId5"/>
    <p:sldId id="348" r:id="rId6"/>
    <p:sldId id="307" r:id="rId7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612700" y="1369342"/>
            <a:ext cx="9756576" cy="4351338"/>
          </a:xfrm>
        </p:spPr>
        <p:txBody>
          <a:bodyPr>
            <a:noAutofit/>
          </a:bodyPr>
          <a:lstStyle/>
          <a:p>
            <a:pPr marL="914400" lvl="1" indent="-457200" algn="just">
              <a:buClr>
                <a:srgbClr val="C00000"/>
              </a:buClr>
              <a:buNone/>
            </a:pPr>
            <a:r>
              <a:rPr lang="fr-FR" dirty="0"/>
              <a:t>       </a:t>
            </a:r>
            <a:endParaRPr lang="fr-FR" dirty="0"/>
          </a:p>
          <a:p>
            <a:pPr marL="914400" lvl="1" indent="-457200" algn="just">
              <a:buClr>
                <a:srgbClr val="C00000"/>
              </a:buClr>
              <a:buNone/>
            </a:pPr>
            <a:r>
              <a:rPr lang="fr-FR" dirty="0"/>
              <a:t>       - 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tableau de chaînes de caractères correspond à u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tableau à deux dimensions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type char, où chaque ligne contient une chaîne de caractères.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None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Déclaration: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char &lt; Nom Tableau&gt; [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NbChaines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][longueur+1] ;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None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Exemple: 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None/>
            </a:pP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Clr>
                <a:srgbClr val="C00000"/>
              </a:buCl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char jours [7][9] ;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réserve 7 mots de longueur 9 caractères dont 8 significatifs */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Titre 6"/>
          <p:cNvSpPr txBox="1"/>
          <p:nvPr/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fr-FR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Tableau de chaînes</a:t>
            </a:r>
            <a:endParaRPr lang="fr-FR" sz="2800" b="1" dirty="0" smtClean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80528" y="1234212"/>
            <a:ext cx="9324528" cy="51571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la déclaration, on peut initialiser les composantes    par des chaînes constantes.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char jours[7][9]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={"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undi","Mardi","Mercredi","Jeudi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Vendredi","Samedi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"Dimanche"};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fr-FR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r>
              <a:rPr lang="fr-FR" dirty="0" smtClean="0"/>
              <a:t>24</a:t>
            </a:r>
            <a:endParaRPr lang="fr-FR" dirty="0"/>
          </a:p>
        </p:txBody>
      </p:sp>
      <p:sp>
        <p:nvSpPr>
          <p:cNvPr id="7" name="Titre 6"/>
          <p:cNvSpPr txBox="1"/>
          <p:nvPr/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fr-FR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Tableau de chaînes</a:t>
            </a:r>
            <a:endParaRPr lang="fr-FR" sz="2800" b="1" dirty="0" smtClean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099820" y="3867150"/>
          <a:ext cx="64001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\0</a:t>
                      </a:r>
                      <a:endParaRPr lang="fr-FR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Zone de texte 3"/>
          <p:cNvSpPr txBox="1"/>
          <p:nvPr/>
        </p:nvSpPr>
        <p:spPr>
          <a:xfrm>
            <a:off x="299085" y="3951605"/>
            <a:ext cx="690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fr-FR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jours</a:t>
            </a:r>
            <a:endParaRPr lang="fr-F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662" y="1563777"/>
            <a:ext cx="9324528" cy="515719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Accès: 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186055">
              <a:buFont typeface="Wingdings" panose="05000000000000000000" pitchFamily="2" charset="2"/>
              <a:buChar char="Ø"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accéder à une chaîne, il faut indiquer la ligne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0">
              <a:buFont typeface="Wingdings" panose="05000000000000000000" pitchFamily="2" charset="2"/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correspondante.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0">
              <a:buFont typeface="Wingdings" panose="05000000000000000000" pitchFamily="2" charset="2"/>
              <a:buNone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char jours[7][9] 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={"L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undi","Mardi","Mercredi","Jeudi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Vendredi","Samedi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"Dimanche"}; 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("c'est %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s\n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, jours [0] ); 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/* c'est Lundi */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r>
              <a:rPr lang="fr-FR" dirty="0" smtClean="0"/>
              <a:t>24</a:t>
            </a:r>
            <a:endParaRPr lang="fr-FR" dirty="0"/>
          </a:p>
        </p:txBody>
      </p:sp>
      <p:sp>
        <p:nvSpPr>
          <p:cNvPr id="7" name="Titre 6"/>
          <p:cNvSpPr txBox="1"/>
          <p:nvPr/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fr-FR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Tableau de chaînes</a:t>
            </a:r>
            <a:endParaRPr lang="fr-FR" sz="2800" b="1" dirty="0" smtClean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0" y="1368152"/>
            <a:ext cx="9144000" cy="5353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2130" indent="186055">
              <a:buFont typeface="Wingdings" panose="05000000000000000000" pitchFamily="2" charset="2"/>
              <a:buChar char="Ø"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Pour accéder à un caractère d’une chaîne, il faut indiquer la ligne correspondante et l'indice du caractère dans la chaîne .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0">
              <a:buNone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printf ("%c %c \n", jours [0][0],jours [0][4]);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defRPr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Affectation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Utiliser </a:t>
            </a:r>
            <a:r>
              <a:rPr lang="fr-FR" sz="2500" b="1" u="sng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affecter une chaîne à une composante d'un tableau de chaînes.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jours[6],"Sunday</a:t>
            </a: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");  </a:t>
            </a:r>
            <a:endParaRPr lang="fr-B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0">
              <a:buNone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2" algn="just">
              <a:spcBef>
                <a:spcPct val="20000"/>
              </a:spcBef>
              <a:buClr>
                <a:srgbClr val="C00000"/>
              </a:buClr>
              <a:buNone/>
              <a:defRPr/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re 6"/>
          <p:cNvSpPr txBox="1"/>
          <p:nvPr/>
        </p:nvSpPr>
        <p:spPr>
          <a:xfrm>
            <a:off x="571472" y="756360"/>
            <a:ext cx="7886700" cy="47815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 smtClean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lang="fr-FR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Tableau de chaînes</a:t>
            </a:r>
            <a:endParaRPr lang="fr-FR" sz="2800" b="1" dirty="0" smtClean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Presentation</Application>
  <PresentationFormat>Affichage à l'écran (4:3)</PresentationFormat>
  <Paragraphs>163</Paragraphs>
  <Slides>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485</cp:revision>
  <dcterms:created xsi:type="dcterms:W3CDTF">2017-09-09T12:22:00Z</dcterms:created>
  <dcterms:modified xsi:type="dcterms:W3CDTF">2025-06-30T11:28:50Z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