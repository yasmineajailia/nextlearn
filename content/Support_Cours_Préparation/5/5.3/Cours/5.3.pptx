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85" r:id="rId4"/>
    <p:sldId id="296" r:id="rId6"/>
    <p:sldId id="337" r:id="rId7"/>
    <p:sldId id="297" r:id="rId8"/>
    <p:sldId id="308" r:id="rId9"/>
  </p:sldIdLst>
  <p:sldSz cx="9144000" cy="6858000" type="screen4x3"/>
  <p:notesSz cx="710247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860" autoAdjust="0"/>
    <p:restoredTop sz="88510" autoAdjust="0"/>
  </p:normalViewPr>
  <p:slideViewPr>
    <p:cSldViewPr>
      <p:cViewPr varScale="1">
        <p:scale>
          <a:sx n="60" d="100"/>
          <a:sy n="60" d="100"/>
        </p:scale>
        <p:origin x="-1710" y="-96"/>
      </p:cViewPr>
      <p:guideLst>
        <p:guide orient="horz" pos="2160"/>
        <p:guide pos="2889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4"/>
        <p:guide pos="22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  <a:buNone/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0034" y="1571612"/>
            <a:ext cx="7929618" cy="3230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initialiser une chaîne de caractères, il suffit de remplir les cases du tableau avec des caractères, sachant que celui-ci devra obligatoirement contenir le caractère de fin de chaine ‘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\0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3143" y="692696"/>
            <a:ext cx="62431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Initialisation </a:t>
            </a:r>
            <a:r>
              <a:rPr lang="fr-FR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(1/5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  <a:buNone/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3143" y="692696"/>
            <a:ext cx="62431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Initialisation (2/5)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339" y="1703705"/>
            <a:ext cx="8535322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On peut remplir la chaîne caractère par caractère: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Chaine[3+1];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Chaine[0]=‘B’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Chaine[1]=‘O’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Chaine[2]=‘N’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Chaine[3]=‘\0’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  <a:buNone/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3143" y="692696"/>
            <a:ext cx="62431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Initialisation (3/5)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339" y="1703705"/>
            <a:ext cx="8535322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Les chaînes de caractères peuvent aussi être initialisées par l’indication de la liste des éléments du tableau entre accolades: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Chaine[]={‘H’,’E’,’l’,’l’,’o’,’\0’};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--&gt;  Réservation de 6 cases en mémoire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 d'écrire 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Chaine [6] =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{‘H’,’E’,’l’,’l’,’o’,’\0’};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  <a:buNone/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4903" y="692696"/>
            <a:ext cx="62431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Initialisation (4/5)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9512" y="1559689"/>
            <a:ext cx="8858280" cy="5262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Il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possible aussi d’initialiser une chaîne de caractères directement par une chaine constante.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Chaine1[]= " HELLO ";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Chaine2[]=  "";                   //chaîne vide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Lors de l’initialisation, le compilateur réserve automatiquement le nombre d’octets nécessaires pour la chaîne, c.à.d.: le nombre de caractère +1.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C’est le compilateur qui rajoutera le caractère ‘\0’ à la fin de la chaine.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--&gt; On réserve 6 octets pour Chaine1  et  un octet pour Chaine2.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  <a:buNone/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4903" y="692696"/>
            <a:ext cx="62431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Initialisation (5/5)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4487" y="1872059"/>
            <a:ext cx="885828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Chaine1[6]=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"HELLO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     </a:t>
            </a:r>
            <a:r>
              <a:rPr lang="fr-FR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OK</a:t>
            </a:r>
            <a:endParaRPr lang="fr-FR" sz="2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 contre: </a:t>
            </a:r>
            <a:endParaRPr lang="fr-F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/>
          </a:p>
          <a:p>
            <a:pPr algn="just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Chaine1[5]=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"HELLO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donnera une erreur d’exécution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 Chaine1[4]= "HELLO "; //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donnera une erreur d’exécution.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1388</Words>
  <Application>WPS Presentation</Application>
  <PresentationFormat>Affichage à l'écran (4:3)</PresentationFormat>
  <Paragraphs>106</Paragraphs>
  <Slides>5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Aparajita</vt:lpstr>
      <vt:lpstr>Microsoft YaHei</vt:lpstr>
      <vt:lpstr>Arial</vt:lpstr>
      <vt:lpstr>Times New Roman</vt:lpstr>
      <vt:lpstr>Calibri Light</vt:lpstr>
      <vt:lpstr>Calibri</vt:lpstr>
      <vt:lpstr>Nirmala UI</vt:lpstr>
      <vt:lpstr>Arial Unicode MS</vt:lpstr>
      <vt:lpstr>Arial Narrow</vt:lpstr>
      <vt:lpstr>Baskerville Old Face</vt:lpstr>
      <vt:lpstr>Thème Office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FATEN</cp:lastModifiedBy>
  <cp:revision>485</cp:revision>
  <dcterms:created xsi:type="dcterms:W3CDTF">2017-09-09T12:22:00Z</dcterms:created>
  <dcterms:modified xsi:type="dcterms:W3CDTF">2025-06-30T11:25:33Z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1036-12.2.0.21546</vt:lpwstr>
  </property>
  <property fmtid="{D5CDD505-2E9C-101B-9397-08002B2CF9AE}" pid="3" name="ICV">
    <vt:lpwstr>A082E9FD0F614F2093D2DFC21698F996</vt:lpwstr>
  </property>
</Properties>
</file>