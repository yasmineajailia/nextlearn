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275" r:id="rId4"/>
  </p:sldIdLst>
  <p:sldSz cx="9144000" cy="6858000" type="screen4x3"/>
  <p:notesSz cx="7102475" cy="10234295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1860" autoAdjust="0"/>
    <p:restoredTop sz="88510" autoAdjust="0"/>
  </p:normalViewPr>
  <p:slideViewPr>
    <p:cSldViewPr showGuides="1">
      <p:cViewPr varScale="1">
        <p:scale>
          <a:sx n="60" d="100"/>
          <a:sy n="60" d="100"/>
        </p:scale>
        <p:origin x="-1710" y="-96"/>
      </p:cViewPr>
      <p:guideLst>
        <p:guide orient="horz" pos="2160"/>
        <p:guide pos="2889"/>
      </p:guideLst>
    </p:cSldViewPr>
  </p:slideViewPr>
  <p:outlineViewPr>
    <p:cViewPr>
      <p:scale>
        <a:sx n="33" d="100"/>
        <a:sy n="33" d="100"/>
      </p:scale>
      <p:origin x="246" y="36318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2" d="100"/>
          <a:sy n="52" d="100"/>
        </p:scale>
        <p:origin x="-2832" y="-108"/>
      </p:cViewPr>
      <p:guideLst>
        <p:guide orient="horz" pos="3224"/>
        <p:guide pos="22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r">
              <a:defRPr sz="1300"/>
            </a:lvl1pPr>
          </a:lstStyle>
          <a:p>
            <a:fld id="{06CCD8A3-D0C3-4B8F-81C5-B7B3A13A24B7}" type="datetimeFigureOut">
              <a:rPr lang="fr-FR" smtClean="0"/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993775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66" tIns="49533" rIns="99066" bIns="49533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10248" y="4861441"/>
            <a:ext cx="5681980" cy="4605576"/>
          </a:xfrm>
          <a:prstGeom prst="rect">
            <a:avLst/>
          </a:prstGeom>
        </p:spPr>
        <p:txBody>
          <a:bodyPr vert="horz" lIns="99066" tIns="49533" rIns="99066" bIns="49533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3092" y="9721106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r">
              <a:defRPr sz="1300"/>
            </a:lvl1pPr>
          </a:lstStyle>
          <a:p>
            <a:fld id="{ACFBFDCE-FF8E-4804-9ED7-98E068DE68B1}" type="slidenum">
              <a:rPr lang="fr-FR" smtClean="0"/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FBFDCE-FF8E-4804-9ED7-98E068DE68B1}" type="slidenum">
              <a:rPr lang="fr-FR" smtClean="0"/>
            </a:fld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 hasCustomPrompt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 hasCustomPrompt="1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 hasCustomPrompt="1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0F4CA-DDF0-4922-A076-B3FFF707F360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B8A2A-CEE3-4AC8-88AC-18907018F13D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90ABD-5EDF-4330-87A1-F5E091149F39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156DF-D467-4D7C-956A-CDFE02484858}" type="datetime1">
              <a:rPr lang="fr-FR" smtClean="0"/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C8B8A-BCB1-4BD7-857A-6FFFDA648566}" type="datetime1">
              <a:rPr lang="fr-FR" smtClean="0"/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BE788-06AD-4519-807E-844AC9CFD440}" type="datetime1">
              <a:rPr lang="fr-FR" smtClean="0"/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9E3DF-E6EC-43E0-A217-4BBDF4075969}" type="datetime1">
              <a:rPr lang="fr-FR" smtClean="0"/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0F12B-9D92-47AE-A88E-E4E9342549DE}" type="datetime1">
              <a:rPr lang="fr-FR" smtClean="0"/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CCF42-56A6-4127-923C-0462989227D6}" type="datetime1">
              <a:rPr lang="fr-FR" smtClean="0"/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9D686-199F-4CD9-B9B3-3B14DEC38394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24EA7-33E1-452B-A5BE-4BB07EA6C97D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CC6E91-AD3D-4A26-91B5-BD697B5F7642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2910" y="1000108"/>
            <a:ext cx="7886700" cy="5572164"/>
          </a:xfrm>
        </p:spPr>
        <p:txBody>
          <a:bodyPr>
            <a:normAutofit/>
          </a:bodyPr>
          <a:lstStyle/>
          <a:p>
            <a:pPr marL="228600" lvl="1">
              <a:spcBef>
                <a:spcPts val="1000"/>
              </a:spcBef>
              <a:buNone/>
            </a:pPr>
            <a:r>
              <a:rPr lang="fr-FR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1">
              <a:spcBef>
                <a:spcPts val="1000"/>
              </a:spcBef>
            </a:pPr>
            <a:endParaRPr lang="fr-FR" sz="9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1">
              <a:spcBef>
                <a:spcPts val="1000"/>
              </a:spcBef>
            </a:pPr>
            <a:endParaRPr lang="fr-FR" sz="9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614903" y="692696"/>
            <a:ext cx="6243113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fr-FR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Définition</a:t>
            </a:r>
            <a:endParaRPr lang="fr-FR" sz="28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28596" y="1500174"/>
            <a:ext cx="8463884" cy="4809146"/>
          </a:xfrm>
          <a:prstGeom prst="rect">
            <a:avLst/>
          </a:prstGeom>
          <a:solidFill>
            <a:schemeClr val="bg2">
              <a:lumMod val="90000"/>
            </a:schemeClr>
          </a:solidFill>
          <a:ln w="76200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lvl="0" indent="-3429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 C, une chaîne de caractères est un tableau de caractères dont le dernier élément est le caractère nul, noté </a:t>
            </a: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‘\0’</a:t>
            </a:r>
            <a:r>
              <a:rPr lang="fr-FR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fr-FR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ct val="20000"/>
              </a:spcBef>
            </a:pPr>
            <a:endParaRPr lang="fr-FR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éléments du tableau sont de type </a:t>
            </a: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</a:t>
            </a:r>
            <a:r>
              <a:rPr lang="fr-FR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FR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</Words>
  <Application>WPS Presentation</Application>
  <PresentationFormat>Affichage à l'écran (4:3)</PresentationFormat>
  <Paragraphs>12</Paragraphs>
  <Slides>1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17" baseType="lpstr">
      <vt:lpstr>Arial</vt:lpstr>
      <vt:lpstr>SimSun</vt:lpstr>
      <vt:lpstr>Wingdings</vt:lpstr>
      <vt:lpstr>Times New Roman</vt:lpstr>
      <vt:lpstr>Aparajita</vt:lpstr>
      <vt:lpstr>Microsoft YaHei</vt:lpstr>
      <vt:lpstr>Arial</vt:lpstr>
      <vt:lpstr>Times New Roman</vt:lpstr>
      <vt:lpstr>Calibri Light</vt:lpstr>
      <vt:lpstr>Calibri</vt:lpstr>
      <vt:lpstr>Nirmala UI</vt:lpstr>
      <vt:lpstr>Arial Unicode MS</vt:lpstr>
      <vt:lpstr>Arial Narrow</vt:lpstr>
      <vt:lpstr>Baskerville Old Face</vt:lpstr>
      <vt:lpstr>Thème Office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esprit</dc:creator>
  <cp:lastModifiedBy>FATEN</cp:lastModifiedBy>
  <cp:revision>490</cp:revision>
  <dcterms:created xsi:type="dcterms:W3CDTF">2017-09-09T12:22:00Z</dcterms:created>
  <dcterms:modified xsi:type="dcterms:W3CDTF">2025-06-30T11:21:41Z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1036-12.2.0.21546</vt:lpwstr>
  </property>
  <property fmtid="{D5CDD505-2E9C-101B-9397-08002B2CF9AE}" pid="3" name="ICV">
    <vt:lpwstr>A082E9FD0F614F2093D2DFC21698F996</vt:lpwstr>
  </property>
</Properties>
</file>