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78" r:id="rId4"/>
  </p:sldIdLst>
  <p:sldSz cx="9144000" cy="6858000" type="screen4x3"/>
  <p:notesSz cx="7102475" cy="1023429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1860" autoAdjust="0"/>
    <p:restoredTop sz="88510" autoAdjust="0"/>
  </p:normalViewPr>
  <p:slideViewPr>
    <p:cSldViewPr>
      <p:cViewPr varScale="1">
        <p:scale>
          <a:sx n="60" d="100"/>
          <a:sy n="60" d="100"/>
        </p:scale>
        <p:origin x="-1710" y="-96"/>
      </p:cViewPr>
      <p:guideLst>
        <p:guide orient="horz" pos="2160"/>
        <p:guide pos="2893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224"/>
        <p:guide pos="224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1673260"/>
            <a:ext cx="8393586" cy="5572164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fr-F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Syntaxe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     </a:t>
            </a:r>
            <a:r>
              <a:rPr lang="fr-FR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 </a:t>
            </a:r>
            <a:r>
              <a:rPr lang="fr-FR" sz="2400" b="1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Nom_chaine</a:t>
            </a:r>
            <a:r>
              <a:rPr lang="fr-FR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[n+1] ;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 Le nom d’une chaîne représente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l’adresse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 premier caractère   de la chaine.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buFontTx/>
              <a:buChar char="-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Lors de la déclaration, il faut indiquer l’espace à réserver en   mémoire pour le stockage de la chaîne.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Pour une chaîne de n caractères,  il faut réserver n+1 octets.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fr-FR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fr-F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 : </a:t>
            </a:r>
            <a:endParaRPr lang="fr-FR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nom [20];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de déclarer une chaîne de caractères de taille 19 caractères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</a:t>
            </a: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4903" y="692696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Déclaration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</Words>
  <Application>WPS Presentation</Application>
  <PresentationFormat>Affichage à l'écran (4:3)</PresentationFormat>
  <Paragraphs>18</Paragraphs>
  <Slides>1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SimSun</vt:lpstr>
      <vt:lpstr>Wingdings</vt:lpstr>
      <vt:lpstr>Times New Roman</vt:lpstr>
      <vt:lpstr>Aparajita</vt:lpstr>
      <vt:lpstr>Microsoft YaHei</vt:lpstr>
      <vt:lpstr>Arial</vt:lpstr>
      <vt:lpstr>Times New Roman</vt:lpstr>
      <vt:lpstr>Calibri Light</vt:lpstr>
      <vt:lpstr>Calibri</vt:lpstr>
      <vt:lpstr>Nirmala UI</vt:lpstr>
      <vt:lpstr>Arial Unicode MS</vt:lpstr>
      <vt:lpstr>Arial Narrow</vt:lpstr>
      <vt:lpstr>Baskerville Old Face</vt:lpstr>
      <vt:lpstr>Thème Office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esprit</dc:creator>
  <cp:lastModifiedBy>FATEN</cp:lastModifiedBy>
  <cp:revision>485</cp:revision>
  <dcterms:created xsi:type="dcterms:W3CDTF">2017-09-09T12:22:00Z</dcterms:created>
  <dcterms:modified xsi:type="dcterms:W3CDTF">2025-06-30T11:24:51Z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1036-12.2.0.21546</vt:lpwstr>
  </property>
  <property fmtid="{D5CDD505-2E9C-101B-9397-08002B2CF9AE}" pid="3" name="ICV">
    <vt:lpwstr>A082E9FD0F614F2093D2DFC21698F996</vt:lpwstr>
  </property>
</Properties>
</file>