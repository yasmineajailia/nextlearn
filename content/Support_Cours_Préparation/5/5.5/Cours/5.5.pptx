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39" r:id="rId4"/>
    <p:sldId id="338" r:id="rId6"/>
    <p:sldId id="340" r:id="rId7"/>
    <p:sldId id="298" r:id="rId8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860" autoAdjust="0"/>
    <p:restoredTop sz="88510" autoAdjust="0"/>
  </p:normalViewPr>
  <p:slideViewPr>
    <p:cSldViewPr>
      <p:cViewPr varScale="1">
        <p:scale>
          <a:sx n="60" d="100"/>
          <a:sy n="60" d="100"/>
        </p:scale>
        <p:origin x="-1710" y="-96"/>
      </p:cViewPr>
      <p:guideLst>
        <p:guide orient="horz" pos="2160"/>
        <p:guide pos="2889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4"/>
        <p:guide pos="22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692696"/>
            <a:ext cx="760043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Saisie d’une chaîne de caractères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ce réservé du contenu 2"/>
          <p:cNvSpPr txBox="1"/>
          <p:nvPr/>
        </p:nvSpPr>
        <p:spPr>
          <a:xfrm>
            <a:off x="457200" y="1340768"/>
            <a:ext cx="868680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</a:endParaRPr>
          </a:p>
          <a:p>
            <a:pPr marL="342900" indent="-342900">
              <a:buFontTx/>
              <a:buChar char="-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prédéfinie </a:t>
            </a:r>
            <a:r>
              <a:rPr lang="fr-FR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lire une chaîne de caractères.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nom[50];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8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Quel est votre prénom?: 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b="1" dirty="0">
                <a:latin typeface="Baskerville Old Face" panose="02020602080505020303" pitchFamily="18" charset="0"/>
              </a:rPr>
              <a:t> %s</a:t>
            </a:r>
            <a:r>
              <a:rPr lang="fr-FR" sz="2400">
                <a:latin typeface="Baskerville Old Face" panose="02020602080505020303" pitchFamily="18" charset="0"/>
              </a:rPr>
              <a:t>" </a:t>
            </a:r>
            <a:r>
              <a:rPr lang="fr-FR" sz="2400" smtClean="0">
                <a:latin typeface="Baskerville Old Face" panose="02020602080505020303" pitchFamily="18" charset="0"/>
              </a:rPr>
              <a:t>, nom</a:t>
            </a:r>
            <a:r>
              <a:rPr lang="fr-FR" sz="2400" dirty="0">
                <a:latin typeface="Baskerville Old Face" panose="02020602080505020303" pitchFamily="18" charset="0"/>
              </a:rPr>
              <a:t>);</a:t>
            </a:r>
            <a:r>
              <a:rPr lang="fr-FR" sz="2400" b="1" u="sng" dirty="0">
                <a:solidFill>
                  <a:srgbClr val="C00000"/>
                </a:solidFill>
                <a:latin typeface="Baskerville Old Face" panose="02020602080505020303" pitchFamily="18" charset="0"/>
              </a:rPr>
              <a:t> </a:t>
            </a:r>
            <a:endParaRPr lang="fr-FR" sz="2400" b="1" u="sng" dirty="0">
              <a:solidFill>
                <a:srgbClr val="C00000"/>
              </a:solidFill>
              <a:latin typeface="Baskerville Old Face" panose="02020602080505020303" pitchFamily="18" charset="0"/>
            </a:endParaRPr>
          </a:p>
          <a:p>
            <a:pPr>
              <a:buNone/>
            </a:pPr>
            <a:endParaRPr lang="fr-FR" sz="2400" b="1" u="sng" dirty="0">
              <a:solidFill>
                <a:srgbClr val="C00000"/>
              </a:solidFill>
              <a:latin typeface="Baskerville Old Face" panose="02020602080505020303" pitchFamily="18" charset="0"/>
            </a:endParaRPr>
          </a:p>
          <a:p>
            <a:pPr>
              <a:buNone/>
            </a:pPr>
            <a:r>
              <a:rPr lang="fr-FR" sz="2400" b="1" u="sng" dirty="0">
                <a:solidFill>
                  <a:srgbClr val="C00000"/>
                </a:solidFill>
                <a:latin typeface="Baskerville Old Face" panose="02020602080505020303" pitchFamily="18" charset="0"/>
              </a:rPr>
              <a:t>--&gt; on ne met pas l’opérateur adresse (&amp;) dans le </a:t>
            </a:r>
            <a:r>
              <a:rPr lang="fr-FR" sz="2400" b="1" u="sng" dirty="0" err="1">
                <a:solidFill>
                  <a:srgbClr val="C00000"/>
                </a:solidFill>
                <a:latin typeface="Baskerville Old Face" panose="02020602080505020303" pitchFamily="18" charset="0"/>
              </a:rPr>
              <a:t>scanf</a:t>
            </a:r>
            <a:endParaRPr lang="fr-FR" sz="2400" b="1" u="sng" dirty="0">
              <a:solidFill>
                <a:srgbClr val="C00000"/>
              </a:solidFill>
              <a:latin typeface="Baskerville Old Face" panose="02020602080505020303" pitchFamily="18" charset="0"/>
            </a:endParaRP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692696"/>
            <a:ext cx="760043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Saisie d’une chaîne de caractères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ce réservé du contenu 2"/>
          <p:cNvSpPr txBox="1"/>
          <p:nvPr/>
        </p:nvSpPr>
        <p:spPr>
          <a:xfrm>
            <a:off x="457200" y="1152808"/>
            <a:ext cx="868680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</a:endParaRPr>
          </a:p>
          <a:p>
            <a:pPr indent="0">
              <a:buFontTx/>
              <a:buNone/>
            </a:pPr>
            <a:r>
              <a:rPr lang="fr-FR" sz="2400" b="1" i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Limite de la fonction scanf : saisie d’une chaîne de caractères avec des espaces</a:t>
            </a:r>
            <a:endParaRPr lang="fr-FR" sz="2400" b="1" i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400" b="1" i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  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prenom[10];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printf("Taper votre prenom : \n");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scanf("%s", prenom);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printf("Votre prenom est %s .", prenom);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Exécution :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4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Espace réservé du contenu 1"/>
          <p:cNvGraphicFramePr/>
          <p:nvPr>
            <p:ph sz="half" idx="2"/>
          </p:nvPr>
        </p:nvGraphicFramePr>
        <p:xfrm>
          <a:off x="1129665" y="5231130"/>
          <a:ext cx="5420360" cy="1205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2647950" imgH="609600" progId="Paint.Picture">
                  <p:embed/>
                </p:oleObj>
              </mc:Choice>
              <mc:Fallback>
                <p:oleObj name="" r:id="rId1" imgW="2647950" imgH="609600" progId="Paint.Picture">
                  <p:embed/>
                  <p:pic>
                    <p:nvPicPr>
                      <p:cNvPr id="0" name="Image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29665" y="5231130"/>
                        <a:ext cx="5420360" cy="1205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692696"/>
            <a:ext cx="760043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Saisie d’une chaîne de caractères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ce réservé du contenu 2"/>
          <p:cNvSpPr txBox="1"/>
          <p:nvPr/>
        </p:nvSpPr>
        <p:spPr>
          <a:xfrm>
            <a:off x="457200" y="1152808"/>
            <a:ext cx="8686800" cy="52372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</a:endParaRPr>
          </a:p>
          <a:p>
            <a:pPr indent="0">
              <a:buFontTx/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remarque la disparition de la partie qui suit le caractère 'espace' lors de l'affichage du prénom.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--&gt; on ne peut plus récupérer la totalité de la chaîne lue si on la saisie avec la fonction scanf.</a:t>
            </a: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: 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la fonction gets.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</a:t>
            </a:r>
            <a:r>
              <a:rPr lang="fr-FR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gets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lire une ligne se terminant par un retour à la ligne et la copie à l’adresse indiquée par le nom de la chaîne.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  <a:buNone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  <a:buNone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prenom[10];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printf("Taper votre prenom : " );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Tx/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gets(prenom);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5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692696"/>
            <a:ext cx="760043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Affichage d’une chaîne de caractère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ce réservé du contenu 2"/>
          <p:cNvSpPr txBox="1"/>
          <p:nvPr/>
        </p:nvSpPr>
        <p:spPr>
          <a:xfrm>
            <a:off x="323528" y="1360148"/>
            <a:ext cx="8686800" cy="52372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914400" marR="0" lvl="1" indent="-4572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 Narrow" panose="020B0606020202030204" pitchFamily="34" charset="0"/>
            </a:endParaRPr>
          </a:p>
          <a:p>
            <a:pPr algn="just">
              <a:buFontTx/>
              <a:buChar char="-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fonction prédéfinie </a:t>
            </a:r>
            <a:r>
              <a:rPr lang="fr-FR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d’afficher une chaîne de caractères.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Matiere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[]=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Informatique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400" dirty="0">
                <a:latin typeface="Baskerville Old Face" panose="02020602080505020303" pitchFamily="18" charset="0"/>
              </a:rPr>
              <a:t>" </a:t>
            </a:r>
            <a:r>
              <a:rPr lang="fr-FR" sz="2400" b="1" dirty="0" smtClean="0">
                <a:latin typeface="Baskerville Old Face" panose="02020602080505020303" pitchFamily="18" charset="0"/>
              </a:rPr>
              <a:t>%s</a:t>
            </a:r>
            <a:r>
              <a:rPr lang="fr-FR" sz="2400" dirty="0">
                <a:latin typeface="Baskerville Old Face" panose="02020602080505020303" pitchFamily="18" charset="0"/>
              </a:rPr>
              <a:t>" , </a:t>
            </a:r>
            <a:r>
              <a:rPr lang="fr-FR" sz="2400" dirty="0" err="1">
                <a:latin typeface="Baskerville Old Face" panose="02020602080505020303" pitchFamily="18" charset="0"/>
              </a:rPr>
              <a:t>Matiere</a:t>
            </a:r>
            <a:r>
              <a:rPr lang="fr-FR" sz="2400" dirty="0">
                <a:latin typeface="Baskerville Old Face" panose="02020602080505020303" pitchFamily="18" charset="0"/>
              </a:rPr>
              <a:t>);   /*Affiche :  Informatique */</a:t>
            </a:r>
            <a:endParaRPr lang="fr-FR" sz="2400" dirty="0">
              <a:latin typeface="Baskerville Old Face" panose="02020602080505020303" pitchFamily="18" charset="0"/>
            </a:endParaRPr>
          </a:p>
          <a:p>
            <a:pPr algn="just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 fonction </a:t>
            </a:r>
            <a:r>
              <a:rPr lang="fr-FR" sz="2400" b="1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permet d’écrire une chaîne constante ou le contenu d’une variable chaîne dans une ligne isolée,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ajoutant un retour à la ligne.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[]= </a:t>
            </a:r>
            <a:r>
              <a:rPr lang="fr-FR" sz="2400" dirty="0">
                <a:latin typeface="Baskerville Old Face" panose="02020602080505020303" pitchFamily="18" charset="0"/>
              </a:rPr>
              <a:t> 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TOTO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ou bien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>
                <a:latin typeface="Baskerville Old Face" panose="02020602080505020303" pitchFamily="18" charset="0"/>
              </a:rPr>
              <a:t>"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TOTO</a:t>
            </a:r>
            <a:r>
              <a:rPr lang="fr-FR" sz="2400" dirty="0" smtClean="0">
                <a:latin typeface="Baskerville Old Face" panose="02020602080505020303" pitchFamily="18" charset="0"/>
              </a:rPr>
              <a:t>"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WPS Presentation</Application>
  <PresentationFormat>Affichage à l'écran (4:3)</PresentationFormat>
  <Paragraphs>95</Paragraphs>
  <Slides>4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Aparajita</vt:lpstr>
      <vt:lpstr>Microsoft YaHei</vt:lpstr>
      <vt:lpstr>Arial</vt:lpstr>
      <vt:lpstr>Times New Roman</vt:lpstr>
      <vt:lpstr>Calibri Light</vt:lpstr>
      <vt:lpstr>Calibri</vt:lpstr>
      <vt:lpstr>Nirmala UI</vt:lpstr>
      <vt:lpstr>Arial Unicode MS</vt:lpstr>
      <vt:lpstr>Arial Narrow</vt:lpstr>
      <vt:lpstr>Baskerville Old Face</vt:lpstr>
      <vt:lpstr>Thème Office</vt:lpstr>
      <vt:lpstr>Office Theme</vt:lpstr>
      <vt:lpstr>Paint.Picture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485</cp:revision>
  <dcterms:created xsi:type="dcterms:W3CDTF">2017-09-09T12:22:00Z</dcterms:created>
  <dcterms:modified xsi:type="dcterms:W3CDTF">2025-06-30T11:27:21Z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A082E9FD0F614F2093D2DFC21698F996</vt:lpwstr>
  </property>
</Properties>
</file>