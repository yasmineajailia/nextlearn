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23" r:id="rId2"/>
    <p:sldId id="312" r:id="rId3"/>
    <p:sldId id="311" r:id="rId4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67" d="100"/>
          <a:sy n="67" d="100"/>
        </p:scale>
        <p:origin x="1325" y="67"/>
      </p:cViewPr>
      <p:guideLst>
        <p:guide orient="horz" pos="2107"/>
        <p:guide pos="2880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14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E0D2-EA99-4A03-A4DC-98DF39EFEC9F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3085" y="3014980"/>
            <a:ext cx="4172585" cy="2584450"/>
          </a:xfrm>
          <a:prstGeom prst="rect">
            <a:avLst/>
          </a:prstGeom>
          <a:ln w="952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fr-FR" b="1" dirty="0"/>
              <a:t>Exemple:</a:t>
            </a:r>
          </a:p>
          <a:p>
            <a:endParaRPr lang="fr-FR" b="1" dirty="0"/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fr-F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nom[30];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moyenneScolaire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fr-FR" dirty="0"/>
          </a:p>
          <a:p>
            <a:r>
              <a:rPr lang="fr-FR" b="1" dirty="0" err="1"/>
              <a:t>struct</a:t>
            </a:r>
            <a:r>
              <a:rPr lang="fr-FR" b="1" dirty="0"/>
              <a:t> </a:t>
            </a:r>
            <a:r>
              <a:rPr lang="fr-FR" b="1" dirty="0" err="1">
                <a:solidFill>
                  <a:srgbClr val="0070C0"/>
                </a:solidFill>
              </a:rPr>
              <a:t>etudiant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/>
              <a:t>E1=</a:t>
            </a:r>
            <a:r>
              <a:rPr lang="fr-FR" b="1" dirty="0"/>
              <a:t>{</a:t>
            </a:r>
            <a:r>
              <a:rPr lang="fr-FR" dirty="0"/>
              <a:t>" test ",</a:t>
            </a:r>
            <a:r>
              <a:rPr lang="fr-FR"/>
              <a:t>21,12</a:t>
            </a:r>
            <a:r>
              <a:rPr lang="fr-FR" b="1"/>
              <a:t>};</a:t>
            </a:r>
            <a:endParaRPr lang="fr-FR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03375"/>
          </a:xfrm>
        </p:spPr>
        <p:txBody>
          <a:bodyPr/>
          <a:lstStyle/>
          <a:p>
            <a:pPr marL="0" indent="0"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Initialiser une structure en indiquant entre </a:t>
            </a:r>
            <a:r>
              <a:rPr lang="fr-FR" sz="2400" dirty="0"/>
              <a:t>accolades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{}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liste des valeurs séparées par des virgules.</a:t>
            </a:r>
            <a:endParaRPr lang="fr-FR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1</a:t>
            </a:fld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23" y="692696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d’une Structure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90771" y="668605"/>
            <a:ext cx="6624736" cy="6309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/>
          <a:p>
            <a:pPr lvl="0" algn="ctr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d’une structure (1/2)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4222" y="4300224"/>
            <a:ext cx="7215238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P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affecter des valeurs à la variable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E1,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pourra écrire: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E1.Niveau =  2;                       </a:t>
            </a:r>
            <a:r>
              <a:rPr lang="fr-FR" sz="20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affectation d’un champ</a:t>
            </a:r>
          </a:p>
          <a:p>
            <a:endParaRPr lang="fr-FR" sz="20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("donner la moyenne \n ") ;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("%f", &amp;E1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Moyenne) ; </a:t>
            </a:r>
            <a:r>
              <a:rPr lang="fr-FR" sz="20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//stockage dans un champ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3930" y="1571625"/>
            <a:ext cx="8344535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Accès aux champs:</a:t>
            </a: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accéder aux champs d'une structure on utilise l'opérateur de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champ (un simple </a:t>
            </a:r>
            <a:r>
              <a:rPr lang="fr-F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placé entre le nom de la variable structurée</a:t>
            </a:r>
          </a:p>
          <a:p>
            <a:pPr algn="just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le nom du champ.</a:t>
            </a:r>
          </a:p>
          <a:p>
            <a:pPr algn="just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Syntaxe:</a:t>
            </a:r>
          </a:p>
          <a:p>
            <a:r>
              <a:rPr lang="fr-FR" b="1" dirty="0"/>
              <a:t>                          &lt;</a:t>
            </a:r>
            <a:r>
              <a:rPr lang="fr-FR" b="1" dirty="0" err="1"/>
              <a:t>Var_Structure</a:t>
            </a:r>
            <a:r>
              <a:rPr lang="fr-FR" b="1" dirty="0"/>
              <a:t>&gt;</a:t>
            </a:r>
            <a:r>
              <a:rPr lang="fr-FR" sz="2400" b="1" dirty="0">
                <a:solidFill>
                  <a:srgbClr val="FF0000"/>
                </a:solidFill>
              </a:rPr>
              <a:t>.</a:t>
            </a:r>
            <a:r>
              <a:rPr lang="fr-FR" b="1" dirty="0"/>
              <a:t>&lt;</a:t>
            </a:r>
            <a:r>
              <a:rPr lang="fr-FR" b="1" dirty="0" err="1"/>
              <a:t>Nom_Champ</a:t>
            </a:r>
            <a:r>
              <a:rPr lang="fr-FR" b="1" dirty="0"/>
              <a:t>&gt; ;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63905" y="1513824"/>
            <a:ext cx="7215238" cy="4584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/>
          </a:p>
          <a:p>
            <a:endParaRPr lang="fr-FR" sz="2400" dirty="0"/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existe deux types d’affectation:</a:t>
            </a:r>
          </a:p>
          <a:p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Soit d’une façon individuelle (champs par champs), sur chacun de leurs champs:</a:t>
            </a:r>
          </a:p>
          <a:p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E1. niveau = E2.niveau;</a:t>
            </a:r>
          </a:p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E1.moyenne = E2.moyenne;</a:t>
            </a:r>
          </a:p>
          <a:p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Soit d’une manière globale sur toute la structure.</a:t>
            </a:r>
          </a:p>
          <a:p>
            <a:pPr>
              <a:buFont typeface="Wingdings" panose="05000000000000000000" pitchFamily="2" charset="2"/>
              <a:buChar char="q"/>
            </a:pPr>
            <a:endParaRPr lang="fr-FR" sz="22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E1 = E2;</a:t>
            </a:r>
            <a:endParaRPr lang="fr-FR" sz="22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3</a:t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963905" y="1643048"/>
            <a:ext cx="533971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Soit E1 et E2 deux variables de type Etudiant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90771" y="668605"/>
            <a:ext cx="6624736" cy="6309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lvl="0" algn="ctr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d’une structure (2/2)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On-screen Show (4:3)</PresentationFormat>
  <Paragraphs>45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esprit;Hichem LOUSSIFI</dc:creator>
  <cp:lastModifiedBy>naouel boughattas</cp:lastModifiedBy>
  <cp:revision>416</cp:revision>
  <dcterms:created xsi:type="dcterms:W3CDTF">2017-09-09T12:22:00Z</dcterms:created>
  <dcterms:modified xsi:type="dcterms:W3CDTF">2025-06-28T22:40:35Z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1036-11.2.0.11380</vt:lpwstr>
  </property>
  <property fmtid="{D5CDD505-2E9C-101B-9397-08002B2CF9AE}" pid="3" name="ICV">
    <vt:lpwstr>75D52BC343904ED0862E3136FE6D2E46</vt:lpwstr>
  </property>
</Properties>
</file>