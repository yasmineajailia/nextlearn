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314" r:id="rId2"/>
  </p:sldIdLst>
  <p:sldSz cx="9144000" cy="6858000" type="screen4x3"/>
  <p:notesSz cx="7102475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4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87" autoAdjust="0"/>
    <p:restoredTop sz="86380" autoAdjust="0"/>
  </p:normalViewPr>
  <p:slideViewPr>
    <p:cSldViewPr>
      <p:cViewPr varScale="1">
        <p:scale>
          <a:sx n="67" d="100"/>
          <a:sy n="67" d="100"/>
        </p:scale>
        <p:origin x="1373" y="67"/>
      </p:cViewPr>
      <p:guideLst>
        <p:guide orient="horz" pos="2107"/>
        <p:guide pos="2880"/>
      </p:guideLst>
    </p:cSldViewPr>
  </p:slideViewPr>
  <p:outlineViewPr>
    <p:cViewPr>
      <p:scale>
        <a:sx n="33" d="100"/>
        <a:sy n="33" d="100"/>
      </p:scale>
      <p:origin x="246" y="3631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32" y="-108"/>
      </p:cViewPr>
      <p:guideLst>
        <p:guide orient="horz" pos="314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06CCD8A3-D0C3-4B8F-81C5-B7B3A13A24B7}" type="datetimeFigureOut">
              <a:rPr lang="fr-FR" smtClean="0"/>
              <a:t>28/06/2025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248" y="4861441"/>
            <a:ext cx="5681980" cy="4605576"/>
          </a:xfrm>
          <a:prstGeom prst="rect">
            <a:avLst/>
          </a:prstGeom>
        </p:spPr>
        <p:txBody>
          <a:bodyPr vert="horz" lIns="99066" tIns="49533" rIns="99066" bIns="49533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092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ACFBFDCE-FF8E-4804-9ED7-98E068DE68B1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E0D2-EA99-4A03-A4DC-98DF39EFEC9F}" type="slidenum">
              <a:rPr lang="fr-FR" smtClean="0"/>
              <a:t>1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0F4CA-DDF0-4922-A076-B3FFF707F360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B8A2A-CEE3-4AC8-88AC-18907018F13D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0ABD-5EDF-4330-87A1-F5E091149F39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56DF-D467-4D7C-956A-CDFE02484858}" type="datetime1">
              <a:rPr lang="fr-FR" smtClean="0"/>
              <a:t>28/06/2025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8B8A-BCB1-4BD7-857A-6FFFDA648566}" type="datetime1">
              <a:rPr lang="fr-FR" smtClean="0"/>
              <a:t>28/06/2025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E788-06AD-4519-807E-844AC9CFD440}" type="datetime1">
              <a:rPr lang="fr-FR" smtClean="0"/>
              <a:t>28/06/2025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9E3DF-E6EC-43E0-A217-4BBDF4075969}" type="datetime1">
              <a:rPr lang="fr-FR" smtClean="0"/>
              <a:t>28/06/2025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F12B-9D92-47AE-A88E-E4E9342549DE}" type="datetime1">
              <a:rPr lang="fr-FR" smtClean="0"/>
              <a:t>28/06/2025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CF42-56A6-4127-923C-0462989227D6}" type="datetime1">
              <a:rPr lang="fr-FR" smtClean="0"/>
              <a:t>28/06/2025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D686-199F-4CD9-B9B3-3B14DEC38394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4EA7-33E1-452B-A5BE-4BB07EA6C97D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C6E91-AD3D-4A26-91B5-BD697B5F7642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-512018" y="581292"/>
            <a:ext cx="6624736" cy="63090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>
            <a:normAutofit fontScale="97500"/>
          </a:bodyPr>
          <a:lstStyle/>
          <a:p>
            <a:pPr lvl="0" algn="ctr"/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Structures imbriquées</a:t>
            </a:r>
            <a:endParaRPr kumimoji="0" lang="fr-FR" sz="2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8015" y="1212215"/>
            <a:ext cx="8629015" cy="5507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structure imbriquée est une structure qui contient aussi un ou plusieurs champ(s) de type structure. Cette dernière doit être différente de la première. 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Exemple:</a:t>
            </a:r>
          </a:p>
          <a:p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fr-FR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Date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lvl="1"/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jour;</a:t>
            </a:r>
          </a:p>
          <a:p>
            <a:pPr lvl="1"/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mois;</a:t>
            </a:r>
          </a:p>
          <a:p>
            <a:pPr lvl="1"/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annee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Etudiant {</a:t>
            </a:r>
          </a:p>
          <a:p>
            <a:pPr lvl="1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nom [30] ;</a:t>
            </a:r>
          </a:p>
          <a:p>
            <a:pPr lvl="1"/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prenom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[30] ;</a:t>
            </a:r>
          </a:p>
          <a:p>
            <a:pPr lvl="1"/>
            <a:r>
              <a:rPr lang="fr-FR" sz="2000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fr-FR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Date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date_naissance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r>
              <a:rPr lang="fr-FR" sz="20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NB: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structure Date doit aussi être déclarée et définie avant la structure Etudiant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78A9B-444A-40CD-85E2-80F84E3ABD69}" type="slidenum">
              <a:rPr lang="fr-FR" smtClean="0"/>
              <a:t>1</a:t>
            </a:fld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85</Words>
  <Application>Microsoft Office PowerPoint</Application>
  <PresentationFormat>On-screen Show (4:3)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esprit;Hichem LOUSSIFI</dc:creator>
  <cp:lastModifiedBy>naouel boughattas</cp:lastModifiedBy>
  <cp:revision>417</cp:revision>
  <dcterms:created xsi:type="dcterms:W3CDTF">2017-09-09T12:22:00Z</dcterms:created>
  <dcterms:modified xsi:type="dcterms:W3CDTF">2025-06-28T22:39:26Z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1036-11.2.0.11380</vt:lpwstr>
  </property>
  <property fmtid="{D5CDD505-2E9C-101B-9397-08002B2CF9AE}" pid="3" name="ICV">
    <vt:lpwstr>75D52BC343904ED0862E3136FE6D2E46</vt:lpwstr>
  </property>
</Properties>
</file>