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4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4" y="52"/>
      </p:cViewPr>
      <p:guideLst>
        <p:guide orient="horz" pos="2104"/>
        <p:guide pos="3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AA3974C-7A05-47B1-91F3-171957B9C754}" type="slidenum">
              <a:rPr lang="en-GB" sz="1400"/>
            </a:fld>
            <a:endParaRPr lang="en-GB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314450" y="291938"/>
            <a:ext cx="10515600" cy="1325563"/>
          </a:xfrm>
        </p:spPr>
        <p:txBody>
          <a:bodyPr/>
          <a:lstStyle/>
          <a:p>
            <a:pPr eaLnBrk="1" hangingPunct="1"/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règle à retenir</a:t>
            </a:r>
            <a:endParaRPr lang="fr-FR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2351088" y="3128682"/>
            <a:ext cx="442623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457200" indent="-457200" eaLnBrk="1" hangingPunct="1">
              <a:buFont typeface="+mj-lt"/>
              <a:buAutoNum type="arabicPeriod" startAt="2"/>
            </a:pPr>
            <a:r>
              <a:rPr lang="fr-FR" dirty="0"/>
              <a:t> S</a:t>
            </a:r>
            <a:r>
              <a:rPr lang="en-GB" sz="2400" dirty="0" err="1"/>
              <a:t>i</a:t>
            </a:r>
            <a:r>
              <a:rPr lang="fr-FR" dirty="0"/>
              <a:t> on </a:t>
            </a:r>
            <a:r>
              <a:rPr lang="fr-FR" b="1" dirty="0">
                <a:solidFill>
                  <a:srgbClr val="00B050"/>
                </a:solidFill>
                <a:effectLst/>
              </a:rPr>
              <a:t>ne </a:t>
            </a:r>
            <a:r>
              <a:rPr lang="fr-FR" b="1" dirty="0" err="1">
                <a:solidFill>
                  <a:srgbClr val="00B050"/>
                </a:solidFill>
                <a:effectLst/>
              </a:rPr>
              <a:t>conna</a:t>
            </a:r>
            <a:r>
              <a:rPr lang="en-US" b="1" dirty="0">
                <a:solidFill>
                  <a:srgbClr val="00B050"/>
                </a:solidFill>
                <a:effectLst/>
              </a:rPr>
              <a:t>î</a:t>
            </a:r>
            <a:r>
              <a:rPr lang="fr-FR" b="1" dirty="0">
                <a:solidFill>
                  <a:srgbClr val="00B050"/>
                </a:solidFill>
                <a:effectLst/>
              </a:rPr>
              <a:t>t pas</a:t>
            </a:r>
            <a:r>
              <a:rPr lang="fr-FR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/>
              <a:t>à l’avance le nombre de </a:t>
            </a:r>
            <a:r>
              <a:rPr lang="fr-FR" dirty="0" err="1"/>
              <a:t>fo</a:t>
            </a:r>
            <a:r>
              <a:rPr lang="en-GB" sz="2400" dirty="0" err="1"/>
              <a:t>i</a:t>
            </a:r>
            <a:r>
              <a:rPr lang="fr-FR" dirty="0"/>
              <a:t>s que le </a:t>
            </a:r>
            <a:r>
              <a:rPr lang="fr-FR" dirty="0" err="1"/>
              <a:t>tra</a:t>
            </a:r>
            <a:r>
              <a:rPr lang="en-GB" dirty="0" err="1"/>
              <a:t>i</a:t>
            </a:r>
            <a:r>
              <a:rPr lang="fr-FR" dirty="0" err="1"/>
              <a:t>tement</a:t>
            </a:r>
            <a:r>
              <a:rPr lang="fr-FR" dirty="0"/>
              <a:t> sera répété: </a:t>
            </a:r>
            <a:endParaRPr lang="fr-FR" dirty="0"/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2362200" y="1712632"/>
            <a:ext cx="4038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457200" indent="-457200" eaLnBrk="1" hangingPunct="1">
              <a:buFont typeface="+mj-lt"/>
              <a:buAutoNum type="arabicPeriod"/>
            </a:pPr>
            <a:r>
              <a:rPr lang="fr-FR" dirty="0"/>
              <a:t> S</a:t>
            </a:r>
            <a:r>
              <a:rPr lang="en-GB" sz="2400" dirty="0" err="1"/>
              <a:t>i</a:t>
            </a:r>
            <a:r>
              <a:rPr lang="en-GB" sz="2400" dirty="0"/>
              <a:t> </a:t>
            </a:r>
            <a:r>
              <a:rPr lang="fr-FR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</a:t>
            </a:r>
            <a:r>
              <a:rPr lang="fr-FR" b="1" dirty="0" err="1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conna</a:t>
            </a:r>
            <a:r>
              <a:rPr lang="en-US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</a:t>
            </a:r>
            <a:r>
              <a:rPr lang="fr-FR" dirty="0">
                <a:solidFill>
                  <a:srgbClr val="A50021"/>
                </a:solidFill>
              </a:rPr>
              <a:t>t</a:t>
            </a:r>
            <a:r>
              <a:rPr lang="fr-FR" dirty="0"/>
              <a:t> à l’avance le nombre de </a:t>
            </a:r>
            <a:r>
              <a:rPr lang="fr-FR" dirty="0" err="1"/>
              <a:t>fo</a:t>
            </a:r>
            <a:r>
              <a:rPr lang="en-GB" sz="2400" dirty="0" err="1"/>
              <a:t>i</a:t>
            </a:r>
            <a:r>
              <a:rPr lang="fr-FR" dirty="0"/>
              <a:t>s que le </a:t>
            </a:r>
            <a:r>
              <a:rPr lang="fr-FR" dirty="0" err="1"/>
              <a:t>tra</a:t>
            </a:r>
            <a:r>
              <a:rPr lang="en-GB" sz="2400" dirty="0" err="1"/>
              <a:t>i</a:t>
            </a:r>
            <a:r>
              <a:rPr lang="fr-FR" dirty="0" err="1"/>
              <a:t>tement</a:t>
            </a:r>
            <a:r>
              <a:rPr lang="fr-FR" dirty="0"/>
              <a:t> sera répété</a:t>
            </a:r>
            <a:endParaRPr lang="fr-FR" dirty="0"/>
          </a:p>
        </p:txBody>
      </p:sp>
      <p:sp>
        <p:nvSpPr>
          <p:cNvPr id="354309" name="AutoShape 5"/>
          <p:cNvSpPr>
            <a:spLocks noChangeArrowheads="1"/>
          </p:cNvSpPr>
          <p:nvPr/>
        </p:nvSpPr>
        <p:spPr bwMode="auto">
          <a:xfrm>
            <a:off x="7599919" y="5597244"/>
            <a:ext cx="914400" cy="6096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A50021"/>
              </a:gs>
              <a:gs pos="50000">
                <a:schemeClr val="bg1"/>
              </a:gs>
              <a:gs pos="100000">
                <a:srgbClr val="A5002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16391" name="Text Box 6"/>
          <p:cNvSpPr txBox="1">
            <a:spLocks noChangeArrowheads="1"/>
          </p:cNvSpPr>
          <p:nvPr/>
        </p:nvSpPr>
        <p:spPr bwMode="auto">
          <a:xfrm>
            <a:off x="8666719" y="5673445"/>
            <a:ext cx="197326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Boucle</a:t>
            </a:r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</a:t>
            </a:r>
            <a:r>
              <a:rPr lang="en-GB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fr-FR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</a:t>
            </a:r>
            <a:endParaRPr lang="fr-FR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92" name="Text Box 7"/>
          <p:cNvSpPr txBox="1">
            <a:spLocks noChangeArrowheads="1"/>
          </p:cNvSpPr>
          <p:nvPr/>
        </p:nvSpPr>
        <p:spPr bwMode="auto">
          <a:xfrm>
            <a:off x="7696201" y="1985681"/>
            <a:ext cx="16610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Boucle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endParaRPr lang="fr-FR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4313" name="AutoShape 9"/>
          <p:cNvSpPr>
            <a:spLocks noChangeArrowheads="1"/>
          </p:cNvSpPr>
          <p:nvPr/>
        </p:nvSpPr>
        <p:spPr bwMode="auto">
          <a:xfrm>
            <a:off x="6629400" y="1895194"/>
            <a:ext cx="914400" cy="6096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A50021"/>
              </a:gs>
              <a:gs pos="50000">
                <a:schemeClr val="bg1"/>
              </a:gs>
              <a:gs pos="100000">
                <a:srgbClr val="A5002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/>
              <a:t> </a:t>
            </a:r>
            <a:endParaRPr lang="fr-FR"/>
          </a:p>
        </p:txBody>
      </p:sp>
      <p:sp>
        <p:nvSpPr>
          <p:cNvPr id="354314" name="AutoShape 10"/>
          <p:cNvSpPr>
            <a:spLocks noChangeArrowheads="1"/>
          </p:cNvSpPr>
          <p:nvPr/>
        </p:nvSpPr>
        <p:spPr bwMode="auto">
          <a:xfrm>
            <a:off x="7628494" y="4500281"/>
            <a:ext cx="914400" cy="6096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rgbClr val="A50021"/>
              </a:gs>
              <a:gs pos="50000">
                <a:schemeClr val="bg1"/>
              </a:gs>
              <a:gs pos="100000">
                <a:srgbClr val="A5002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8666719" y="4576481"/>
            <a:ext cx="26019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Boucle</a:t>
            </a:r>
            <a:r>
              <a:rPr lang="fr-F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do…</a:t>
            </a:r>
            <a:r>
              <a:rPr lang="fr-FR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</a:t>
            </a:r>
            <a:r>
              <a:rPr lang="en-GB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fr-FR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</a:t>
            </a:r>
            <a:endParaRPr lang="fr-FR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2884487" y="4393920"/>
            <a:ext cx="4215559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457200" indent="-457200" eaLnBrk="1" hangingPunct="1">
              <a:buFont typeface="+mj-lt"/>
              <a:buAutoNum type="alphaLcParenR"/>
            </a:pPr>
            <a:r>
              <a:rPr lang="fr-FR" dirty="0"/>
              <a:t> S</a:t>
            </a:r>
            <a:r>
              <a:rPr lang="en-GB" sz="2400" dirty="0" err="1"/>
              <a:t>i</a:t>
            </a:r>
            <a:r>
              <a:rPr lang="fr-FR" dirty="0"/>
              <a:t> le traitement doit être exécuté </a:t>
            </a:r>
            <a:r>
              <a:rPr lang="fr-FR" b="1" dirty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 moins une fois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2884487" y="5414682"/>
            <a:ext cx="4563031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457200" indent="-457200" eaLnBrk="1" hangingPunct="1">
              <a:buFont typeface="+mj-lt"/>
              <a:buAutoNum type="alphaLcParenR" startAt="2"/>
            </a:pPr>
            <a:r>
              <a:rPr lang="fr-FR" dirty="0"/>
              <a:t> S</a:t>
            </a:r>
            <a:r>
              <a:rPr lang="en-GB" sz="2400" dirty="0" err="1"/>
              <a:t>i</a:t>
            </a:r>
            <a:r>
              <a:rPr lang="fr-FR" dirty="0"/>
              <a:t> le traitement peut ne pas être exécuté du </a:t>
            </a:r>
            <a:r>
              <a:rPr lang="fr-FR" dirty="0" smtClean="0"/>
              <a:t>tout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fr-FR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fois)</a:t>
            </a:r>
            <a:endParaRPr lang="fr-FR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WPS Presentation</Application>
  <PresentationFormat>Grand écran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Arial</vt:lpstr>
      <vt:lpstr>Times New Roman</vt:lpstr>
      <vt:lpstr>Times New Roman</vt:lpstr>
      <vt:lpstr>Tahoma</vt:lpstr>
      <vt:lpstr>Calibri</vt:lpstr>
      <vt:lpstr>Microsoft YaHei</vt:lpstr>
      <vt:lpstr>Arial Unicode MS</vt:lpstr>
      <vt:lpstr>Calibri Light</vt:lpstr>
      <vt:lpstr>Office Theme</vt:lpstr>
      <vt:lpstr>La règle à retenir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181</cp:revision>
  <dcterms:created xsi:type="dcterms:W3CDTF">2015-03-06T15:17:00Z</dcterms:created>
  <dcterms:modified xsi:type="dcterms:W3CDTF">2025-04-25T13:38:30Z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1036-12.2.0.20795</vt:lpwstr>
  </property>
  <property fmtid="{D5CDD505-2E9C-101B-9397-08002B2CF9AE}" pid="3" name="ICV">
    <vt:lpwstr>6C0B6EC9BDB14B989532B5ABC9FF51F2</vt:lpwstr>
  </property>
</Properties>
</file>