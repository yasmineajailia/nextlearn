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4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6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65580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Comparaison entre les structures itératives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</a:fld>
            <a:endParaRPr lang="fr-FR"/>
          </a:p>
        </p:txBody>
      </p:sp>
      <p:graphicFrame>
        <p:nvGraphicFramePr>
          <p:cNvPr id="5" name="Espace réservé du contenu 4"/>
          <p:cNvGraphicFramePr/>
          <p:nvPr>
            <p:ph idx="1"/>
            <p:custDataLst>
              <p:tags r:id="rId1"/>
            </p:custDataLst>
          </p:nvPr>
        </p:nvGraphicFramePr>
        <p:xfrm>
          <a:off x="377190" y="1726565"/>
          <a:ext cx="11076940" cy="2222500"/>
        </p:xfrm>
        <a:graphic>
          <a:graphicData uri="http://schemas.openxmlformats.org/drawingml/2006/table">
            <a:tbl>
              <a:tblPr/>
              <a:tblGrid>
                <a:gridCol w="2769235"/>
                <a:gridCol w="2769235"/>
                <a:gridCol w="2769235"/>
                <a:gridCol w="2769235"/>
              </a:tblGrid>
              <a:tr h="444500">
                <a:tc>
                  <a:txBody>
                    <a:bodyPr/>
                    <a:p>
                      <a:pPr algn="l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Nombre de cas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Lisibilité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 d’utilisation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</a:rPr>
                        <a:t>⭐⭐⭐⭐</a:t>
                      </a:r>
                      <a:endParaRPr sz="160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simple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– else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</a:rPr>
                        <a:t>⭐⭐⭐⭐</a:t>
                      </a:r>
                      <a:endParaRPr sz="160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Choix binaire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imbriquée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Plusieurs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</a:rPr>
                        <a:t>⭐⭐</a:t>
                      </a:r>
                      <a:endParaRPr sz="160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 complexes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Plusieurs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</a:rPr>
                        <a:t>⭐⭐⭐⭐⭐</a:t>
                      </a:r>
                      <a:endParaRPr sz="160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Menus, choix fixes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2*174"/>
  <p:tag name="TABLE_ENDDRAG_RECT" val="29*135*872*1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44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Tahoma</vt:lpstr>
      <vt:lpstr>Times New Roman</vt:lpstr>
      <vt:lpstr>Cambria</vt:lpstr>
      <vt:lpstr>Calibri</vt:lpstr>
      <vt:lpstr>Symbol</vt:lpstr>
      <vt:lpstr>Microsoft YaHei</vt:lpstr>
      <vt:lpstr>Arial Unicode MS</vt:lpstr>
      <vt:lpstr>Calibri Light</vt:lpstr>
      <vt:lpstr>Calibri</vt:lpstr>
      <vt:lpstr>Office Theme</vt:lpstr>
      <vt:lpstr>Règles d'utilisation de l’instruction 'Switch Case' dans la             programmation 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176</cp:revision>
  <dcterms:created xsi:type="dcterms:W3CDTF">2015-03-06T15:17:00Z</dcterms:created>
  <dcterms:modified xsi:type="dcterms:W3CDTF">2026-01-30T09:39:46Z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1036-12.2.0.23196</vt:lpwstr>
  </property>
  <property fmtid="{D5CDD505-2E9C-101B-9397-08002B2CF9AE}" pid="3" name="ICV">
    <vt:lpwstr>08F5769C689244FE9E014F73EB5D6BBB</vt:lpwstr>
  </property>
</Properties>
</file>