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064E1-07E4-B742-E097-57969C653FBC}" v="7" dt="2025-05-13T14:35:31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50" y="48"/>
      </p:cViewPr>
      <p:guideLst>
        <p:guide orient="horz" pos="2192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n ziadi" userId="S::faten.ziadi@esprit.tn::895ad580-200c-4f92-963f-414781b46c6c" providerId="AD" clId="Web-{DB7064E1-07E4-B742-E097-57969C653FBC}"/>
    <pc:docChg chg="delSld modSection">
      <pc:chgData name="faten ziadi" userId="S::faten.ziadi@esprit.tn::895ad580-200c-4f92-963f-414781b46c6c" providerId="AD" clId="Web-{DB7064E1-07E4-B742-E097-57969C653FBC}" dt="2025-05-13T14:35:31.477" v="6"/>
      <pc:docMkLst>
        <pc:docMk/>
      </pc:docMkLst>
      <pc:sldChg chg="del">
        <pc:chgData name="faten ziadi" userId="S::faten.ziadi@esprit.tn::895ad580-200c-4f92-963f-414781b46c6c" providerId="AD" clId="Web-{DB7064E1-07E4-B742-E097-57969C653FBC}" dt="2025-05-13T14:35:25.367" v="0"/>
        <pc:sldMkLst>
          <pc:docMk/>
          <pc:sldMk cId="0" sldId="303"/>
        </pc:sldMkLst>
      </pc:sldChg>
      <pc:sldChg chg="del">
        <pc:chgData name="faten ziadi" userId="S::faten.ziadi@esprit.tn::895ad580-200c-4f92-963f-414781b46c6c" providerId="AD" clId="Web-{DB7064E1-07E4-B742-E097-57969C653FBC}" dt="2025-05-13T14:35:26.086" v="1"/>
        <pc:sldMkLst>
          <pc:docMk/>
          <pc:sldMk cId="0" sldId="304"/>
        </pc:sldMkLst>
      </pc:sldChg>
      <pc:sldChg chg="del">
        <pc:chgData name="faten ziadi" userId="S::faten.ziadi@esprit.tn::895ad580-200c-4f92-963f-414781b46c6c" providerId="AD" clId="Web-{DB7064E1-07E4-B742-E097-57969C653FBC}" dt="2025-05-13T14:35:26.930" v="2"/>
        <pc:sldMkLst>
          <pc:docMk/>
          <pc:sldMk cId="0" sldId="305"/>
        </pc:sldMkLst>
      </pc:sldChg>
      <pc:sldChg chg="del">
        <pc:chgData name="faten ziadi" userId="S::faten.ziadi@esprit.tn::895ad580-200c-4f92-963f-414781b46c6c" providerId="AD" clId="Web-{DB7064E1-07E4-B742-E097-57969C653FBC}" dt="2025-05-13T14:35:30.852" v="3"/>
        <pc:sldMkLst>
          <pc:docMk/>
          <pc:sldMk cId="0" sldId="306"/>
        </pc:sldMkLst>
      </pc:sldChg>
      <pc:sldChg chg="del">
        <pc:chgData name="faten ziadi" userId="S::faten.ziadi@esprit.tn::895ad580-200c-4f92-963f-414781b46c6c" providerId="AD" clId="Web-{DB7064E1-07E4-B742-E097-57969C653FBC}" dt="2025-05-13T14:35:31.289" v="4"/>
        <pc:sldMkLst>
          <pc:docMk/>
          <pc:sldMk cId="0" sldId="307"/>
        </pc:sldMkLst>
      </pc:sldChg>
      <pc:sldChg chg="del">
        <pc:chgData name="faten ziadi" userId="S::faten.ziadi@esprit.tn::895ad580-200c-4f92-963f-414781b46c6c" providerId="AD" clId="Web-{DB7064E1-07E4-B742-E097-57969C653FBC}" dt="2025-05-13T14:35:31.383" v="5"/>
        <pc:sldMkLst>
          <pc:docMk/>
          <pc:sldMk cId="0" sldId="308"/>
        </pc:sldMkLst>
      </pc:sldChg>
      <pc:sldChg chg="del">
        <pc:chgData name="faten ziadi" userId="S::faten.ziadi@esprit.tn::895ad580-200c-4f92-963f-414781b46c6c" providerId="AD" clId="Web-{DB7064E1-07E4-B742-E097-57969C653FBC}" dt="2025-05-13T14:35:31.477" v="6"/>
        <pc:sldMkLst>
          <pc:docMk/>
          <pc:sldMk cId="0" sldId="3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  <a:t>13/05/2025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t>13/05/2025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t>13/05/2025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t>13/05/2025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t>13/05/2025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t>13/05/2025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6799" y="351678"/>
            <a:ext cx="10515600" cy="1325563"/>
          </a:xfrm>
        </p:spPr>
        <p:txBody>
          <a:bodyPr/>
          <a:lstStyle/>
          <a:p>
            <a:r>
              <a:rPr lang="fr-FR" b="1" dirty="0"/>
              <a:t> 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priorités </a:t>
            </a: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999793" y="2599385"/>
          <a:ext cx="7374668" cy="412209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107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7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010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Priorité 1 </a:t>
                      </a:r>
                      <a:r>
                        <a:rPr lang="fr-FR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(la plus forte</a:t>
                      </a:r>
                      <a:r>
                        <a:rPr lang="fr-FR" sz="1800" b="1" dirty="0"/>
                        <a:t>) 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(</a:t>
                      </a:r>
                      <a:r>
                        <a:rPr lang="fr-FR" baseline="0" dirty="0"/>
                        <a:t>  )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2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!</a:t>
                      </a:r>
                      <a:r>
                        <a:rPr lang="fr-FR" baseline="0" dirty="0"/>
                        <a:t>     ++    --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3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*   /    %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4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+   -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5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&lt;   &lt;=  &gt;  &gt;=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6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==  != 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7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&amp;&amp;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8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||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0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/>
                        <a:t>Priorité 9 </a:t>
                      </a:r>
                      <a:r>
                        <a:rPr lang="fr-FR" sz="1800" b="1" dirty="0"/>
                        <a:t>(la plus faible)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=  +=  -=  *=  /=  %=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3376" y="1474711"/>
            <a:ext cx="110624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L’ordre d ’évaluation des différentes parties d’une expression est en principe le même qu’en mathématiques. 	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2 + a - 5 * 4 – b / c + 6;   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2226</Words>
  <Application>Microsoft Office PowerPoint</Application>
  <PresentationFormat>Grand écran</PresentationFormat>
  <Paragraphs>246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  Les priorités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271</cp:revision>
  <dcterms:created xsi:type="dcterms:W3CDTF">2015-03-06T15:17:00Z</dcterms:created>
  <dcterms:modified xsi:type="dcterms:W3CDTF">2025-05-13T14:35:35Z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F31DBEE9B86940A1B6EE03BDD65E2B57</vt:lpwstr>
  </property>
</Properties>
</file>