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6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>
          <p15:clr>
            <a:srgbClr val="A4A3A4"/>
          </p15:clr>
        </p15:guide>
        <p15:guide id="2" pos="3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DCB19-2B98-22A4-F95D-ECEE3F611F44}" v="31" dt="2025-07-17T12:54:45.49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n ziadi" userId="S::faten.ziadi@esprit.tn::895ad580-200c-4f92-963f-414781b46c6c" providerId="AD" clId="Web-{A26DCB19-2B98-22A4-F95D-ECEE3F611F44}"/>
    <pc:docChg chg="delSld modSection">
      <pc:chgData name="faten ziadi" userId="S::faten.ziadi@esprit.tn::895ad580-200c-4f92-963f-414781b46c6c" providerId="AD" clId="Web-{A26DCB19-2B98-22A4-F95D-ECEE3F611F44}" dt="2025-07-17T12:54:45.491" v="27"/>
      <pc:docMkLst>
        <pc:docMk/>
      </pc:docMkLst>
      <pc:sldChg chg="del">
        <pc:chgData name="faten ziadi" userId="S::faten.ziadi@esprit.tn::895ad580-200c-4f92-963f-414781b46c6c" providerId="AD" clId="Web-{A26DCB19-2B98-22A4-F95D-ECEE3F611F44}" dt="2025-07-17T12:52:48.158" v="0"/>
        <pc:sldMkLst>
          <pc:docMk/>
          <pc:sldMk cId="0" sldId="280"/>
        </pc:sldMkLst>
      </pc:sldChg>
      <pc:sldChg chg="del">
        <pc:chgData name="faten ziadi" userId="S::faten.ziadi@esprit.tn::895ad580-200c-4f92-963f-414781b46c6c" providerId="AD" clId="Web-{A26DCB19-2B98-22A4-F95D-ECEE3F611F44}" dt="2025-07-17T12:53:40.066" v="4"/>
        <pc:sldMkLst>
          <pc:docMk/>
          <pc:sldMk cId="0" sldId="284"/>
        </pc:sldMkLst>
      </pc:sldChg>
      <pc:sldChg chg="del">
        <pc:chgData name="faten ziadi" userId="S::faten.ziadi@esprit.tn::895ad580-200c-4f92-963f-414781b46c6c" providerId="AD" clId="Web-{A26DCB19-2B98-22A4-F95D-ECEE3F611F44}" dt="2025-07-17T12:52:48.252" v="1"/>
        <pc:sldMkLst>
          <pc:docMk/>
          <pc:sldMk cId="0" sldId="285"/>
        </pc:sldMkLst>
      </pc:sldChg>
      <pc:sldChg chg="del">
        <pc:chgData name="faten ziadi" userId="S::faten.ziadi@esprit.tn::895ad580-200c-4f92-963f-414781b46c6c" providerId="AD" clId="Web-{A26DCB19-2B98-22A4-F95D-ECEE3F611F44}" dt="2025-07-17T12:52:48.471" v="2"/>
        <pc:sldMkLst>
          <pc:docMk/>
          <pc:sldMk cId="0" sldId="286"/>
        </pc:sldMkLst>
      </pc:sldChg>
      <pc:sldChg chg="del">
        <pc:chgData name="faten ziadi" userId="S::faten.ziadi@esprit.tn::895ad580-200c-4f92-963f-414781b46c6c" providerId="AD" clId="Web-{A26DCB19-2B98-22A4-F95D-ECEE3F611F44}" dt="2025-07-17T12:53:36.848" v="3"/>
        <pc:sldMkLst>
          <pc:docMk/>
          <pc:sldMk cId="0" sldId="287"/>
        </pc:sldMkLst>
      </pc:sldChg>
      <pc:sldChg chg="del">
        <pc:chgData name="faten ziadi" userId="S::faten.ziadi@esprit.tn::895ad580-200c-4f92-963f-414781b46c6c" providerId="AD" clId="Web-{A26DCB19-2B98-22A4-F95D-ECEE3F611F44}" dt="2025-07-17T12:53:40.254" v="6"/>
        <pc:sldMkLst>
          <pc:docMk/>
          <pc:sldMk cId="0" sldId="291"/>
        </pc:sldMkLst>
      </pc:sldChg>
      <pc:sldChg chg="del">
        <pc:chgData name="faten ziadi" userId="S::faten.ziadi@esprit.tn::895ad580-200c-4f92-963f-414781b46c6c" providerId="AD" clId="Web-{A26DCB19-2B98-22A4-F95D-ECEE3F611F44}" dt="2025-07-17T12:53:40.363" v="7"/>
        <pc:sldMkLst>
          <pc:docMk/>
          <pc:sldMk cId="0" sldId="294"/>
        </pc:sldMkLst>
      </pc:sldChg>
      <pc:sldChg chg="del">
        <pc:chgData name="faten ziadi" userId="S::faten.ziadi@esprit.tn::895ad580-200c-4f92-963f-414781b46c6c" providerId="AD" clId="Web-{A26DCB19-2B98-22A4-F95D-ECEE3F611F44}" dt="2025-07-17T12:53:40.457" v="8"/>
        <pc:sldMkLst>
          <pc:docMk/>
          <pc:sldMk cId="0" sldId="295"/>
        </pc:sldMkLst>
      </pc:sldChg>
      <pc:sldChg chg="del">
        <pc:chgData name="faten ziadi" userId="S::faten.ziadi@esprit.tn::895ad580-200c-4f92-963f-414781b46c6c" providerId="AD" clId="Web-{A26DCB19-2B98-22A4-F95D-ECEE3F611F44}" dt="2025-07-17T12:54:43.428" v="9"/>
        <pc:sldMkLst>
          <pc:docMk/>
          <pc:sldMk cId="0" sldId="296"/>
        </pc:sldMkLst>
      </pc:sldChg>
      <pc:sldChg chg="del">
        <pc:chgData name="faten ziadi" userId="S::faten.ziadi@esprit.tn::895ad580-200c-4f92-963f-414781b46c6c" providerId="AD" clId="Web-{A26DCB19-2B98-22A4-F95D-ECEE3F611F44}" dt="2025-07-17T12:54:43.522" v="10"/>
        <pc:sldMkLst>
          <pc:docMk/>
          <pc:sldMk cId="0" sldId="297"/>
        </pc:sldMkLst>
      </pc:sldChg>
      <pc:sldChg chg="del">
        <pc:chgData name="faten ziadi" userId="S::faten.ziadi@esprit.tn::895ad580-200c-4f92-963f-414781b46c6c" providerId="AD" clId="Web-{A26DCB19-2B98-22A4-F95D-ECEE3F611F44}" dt="2025-07-17T12:54:43.709" v="11"/>
        <pc:sldMkLst>
          <pc:docMk/>
          <pc:sldMk cId="0" sldId="298"/>
        </pc:sldMkLst>
      </pc:sldChg>
      <pc:sldChg chg="del">
        <pc:chgData name="faten ziadi" userId="S::faten.ziadi@esprit.tn::895ad580-200c-4f92-963f-414781b46c6c" providerId="AD" clId="Web-{A26DCB19-2B98-22A4-F95D-ECEE3F611F44}" dt="2025-07-17T12:54:43.819" v="12"/>
        <pc:sldMkLst>
          <pc:docMk/>
          <pc:sldMk cId="0" sldId="299"/>
        </pc:sldMkLst>
      </pc:sldChg>
      <pc:sldChg chg="del">
        <pc:chgData name="faten ziadi" userId="S::faten.ziadi@esprit.tn::895ad580-200c-4f92-963f-414781b46c6c" providerId="AD" clId="Web-{A26DCB19-2B98-22A4-F95D-ECEE3F611F44}" dt="2025-07-17T12:54:44.444" v="18"/>
        <pc:sldMkLst>
          <pc:docMk/>
          <pc:sldMk cId="0" sldId="302"/>
        </pc:sldMkLst>
      </pc:sldChg>
      <pc:sldChg chg="del">
        <pc:chgData name="faten ziadi" userId="S::faten.ziadi@esprit.tn::895ad580-200c-4f92-963f-414781b46c6c" providerId="AD" clId="Web-{A26DCB19-2B98-22A4-F95D-ECEE3F611F44}" dt="2025-07-17T12:54:44.553" v="19"/>
        <pc:sldMkLst>
          <pc:docMk/>
          <pc:sldMk cId="0" sldId="303"/>
        </pc:sldMkLst>
      </pc:sldChg>
      <pc:sldChg chg="del">
        <pc:chgData name="faten ziadi" userId="S::faten.ziadi@esprit.tn::895ad580-200c-4f92-963f-414781b46c6c" providerId="AD" clId="Web-{A26DCB19-2B98-22A4-F95D-ECEE3F611F44}" dt="2025-07-17T12:54:44.647" v="20"/>
        <pc:sldMkLst>
          <pc:docMk/>
          <pc:sldMk cId="0" sldId="304"/>
        </pc:sldMkLst>
      </pc:sldChg>
      <pc:sldChg chg="del">
        <pc:chgData name="faten ziadi" userId="S::faten.ziadi@esprit.tn::895ad580-200c-4f92-963f-414781b46c6c" providerId="AD" clId="Web-{A26DCB19-2B98-22A4-F95D-ECEE3F611F44}" dt="2025-07-17T12:54:44.756" v="21"/>
        <pc:sldMkLst>
          <pc:docMk/>
          <pc:sldMk cId="0" sldId="305"/>
        </pc:sldMkLst>
      </pc:sldChg>
      <pc:sldChg chg="del">
        <pc:chgData name="faten ziadi" userId="S::faten.ziadi@esprit.tn::895ad580-200c-4f92-963f-414781b46c6c" providerId="AD" clId="Web-{A26DCB19-2B98-22A4-F95D-ECEE3F611F44}" dt="2025-07-17T12:54:44.866" v="22"/>
        <pc:sldMkLst>
          <pc:docMk/>
          <pc:sldMk cId="0" sldId="306"/>
        </pc:sldMkLst>
      </pc:sldChg>
      <pc:sldChg chg="del">
        <pc:chgData name="faten ziadi" userId="S::faten.ziadi@esprit.tn::895ad580-200c-4f92-963f-414781b46c6c" providerId="AD" clId="Web-{A26DCB19-2B98-22A4-F95D-ECEE3F611F44}" dt="2025-07-17T12:54:44.975" v="23"/>
        <pc:sldMkLst>
          <pc:docMk/>
          <pc:sldMk cId="0" sldId="307"/>
        </pc:sldMkLst>
      </pc:sldChg>
      <pc:sldChg chg="del">
        <pc:chgData name="faten ziadi" userId="S::faten.ziadi@esprit.tn::895ad580-200c-4f92-963f-414781b46c6c" providerId="AD" clId="Web-{A26DCB19-2B98-22A4-F95D-ECEE3F611F44}" dt="2025-07-17T12:54:45.225" v="24"/>
        <pc:sldMkLst>
          <pc:docMk/>
          <pc:sldMk cId="0" sldId="308"/>
        </pc:sldMkLst>
      </pc:sldChg>
      <pc:sldChg chg="del">
        <pc:chgData name="faten ziadi" userId="S::faten.ziadi@esprit.tn::895ad580-200c-4f92-963f-414781b46c6c" providerId="AD" clId="Web-{A26DCB19-2B98-22A4-F95D-ECEE3F611F44}" dt="2025-07-17T12:53:40.160" v="5"/>
        <pc:sldMkLst>
          <pc:docMk/>
          <pc:sldMk cId="0" sldId="317"/>
        </pc:sldMkLst>
      </pc:sldChg>
      <pc:sldChg chg="del">
        <pc:chgData name="faten ziadi" userId="S::faten.ziadi@esprit.tn::895ad580-200c-4f92-963f-414781b46c6c" providerId="AD" clId="Web-{A26DCB19-2B98-22A4-F95D-ECEE3F611F44}" dt="2025-07-17T12:54:44.006" v="14"/>
        <pc:sldMkLst>
          <pc:docMk/>
          <pc:sldMk cId="0" sldId="318"/>
        </pc:sldMkLst>
      </pc:sldChg>
      <pc:sldChg chg="del">
        <pc:chgData name="faten ziadi" userId="S::faten.ziadi@esprit.tn::895ad580-200c-4f92-963f-414781b46c6c" providerId="AD" clId="Web-{A26DCB19-2B98-22A4-F95D-ECEE3F611F44}" dt="2025-07-17T12:54:44.131" v="15"/>
        <pc:sldMkLst>
          <pc:docMk/>
          <pc:sldMk cId="0" sldId="319"/>
        </pc:sldMkLst>
      </pc:sldChg>
      <pc:sldChg chg="del">
        <pc:chgData name="faten ziadi" userId="S::faten.ziadi@esprit.tn::895ad580-200c-4f92-963f-414781b46c6c" providerId="AD" clId="Web-{A26DCB19-2B98-22A4-F95D-ECEE3F611F44}" dt="2025-07-17T12:54:44.350" v="17"/>
        <pc:sldMkLst>
          <pc:docMk/>
          <pc:sldMk cId="0" sldId="320"/>
        </pc:sldMkLst>
      </pc:sldChg>
      <pc:sldChg chg="del">
        <pc:chgData name="faten ziadi" userId="S::faten.ziadi@esprit.tn::895ad580-200c-4f92-963f-414781b46c6c" providerId="AD" clId="Web-{A26DCB19-2B98-22A4-F95D-ECEE3F611F44}" dt="2025-07-17T12:54:45.491" v="27"/>
        <pc:sldMkLst>
          <pc:docMk/>
          <pc:sldMk cId="0" sldId="321"/>
        </pc:sldMkLst>
      </pc:sldChg>
      <pc:sldChg chg="del">
        <pc:chgData name="faten ziadi" userId="S::faten.ziadi@esprit.tn::895ad580-200c-4f92-963f-414781b46c6c" providerId="AD" clId="Web-{A26DCB19-2B98-22A4-F95D-ECEE3F611F44}" dt="2025-07-17T12:54:43.912" v="13"/>
        <pc:sldMkLst>
          <pc:docMk/>
          <pc:sldMk cId="0" sldId="322"/>
        </pc:sldMkLst>
      </pc:sldChg>
      <pc:sldChg chg="del">
        <pc:chgData name="faten ziadi" userId="S::faten.ziadi@esprit.tn::895ad580-200c-4f92-963f-414781b46c6c" providerId="AD" clId="Web-{A26DCB19-2B98-22A4-F95D-ECEE3F611F44}" dt="2025-07-17T12:54:44.256" v="16"/>
        <pc:sldMkLst>
          <pc:docMk/>
          <pc:sldMk cId="0" sldId="347"/>
        </pc:sldMkLst>
      </pc:sldChg>
      <pc:sldChg chg="del">
        <pc:chgData name="faten ziadi" userId="S::faten.ziadi@esprit.tn::895ad580-200c-4f92-963f-414781b46c6c" providerId="AD" clId="Web-{A26DCB19-2B98-22A4-F95D-ECEE3F611F44}" dt="2025-07-17T12:54:45.397" v="26"/>
        <pc:sldMkLst>
          <pc:docMk/>
          <pc:sldMk cId="0" sldId="358"/>
        </pc:sldMkLst>
      </pc:sldChg>
      <pc:sldChg chg="del">
        <pc:chgData name="faten ziadi" userId="S::faten.ziadi@esprit.tn::895ad580-200c-4f92-963f-414781b46c6c" providerId="AD" clId="Web-{A26DCB19-2B98-22A4-F95D-ECEE3F611F44}" dt="2025-07-17T12:54:45.303" v="25"/>
        <pc:sldMkLst>
          <pc:docMk/>
          <pc:sldMk cId="0" sldId="359"/>
        </pc:sldMkLst>
      </pc:sldChg>
    </pc:docChg>
  </pc:docChgLst>
  <pc:docChgLst>
    <pc:chgData clId="Web-{A26DCB19-2B98-22A4-F95D-ECEE3F611F44}"/>
    <pc:docChg chg="delSld modSection">
      <pc:chgData name="" userId="" providerId="" clId="Web-{A26DCB19-2B98-22A4-F95D-ECEE3F611F44}" dt="2025-07-17T12:52:37.517" v="2"/>
      <pc:docMkLst>
        <pc:docMk/>
      </pc:docMkLst>
      <pc:sldChg chg="del">
        <pc:chgData name="" userId="" providerId="" clId="Web-{A26DCB19-2B98-22A4-F95D-ECEE3F611F44}" dt="2025-07-17T12:52:05.579" v="0"/>
        <pc:sldMkLst>
          <pc:docMk/>
          <pc:sldMk cId="0" sldId="256"/>
        </pc:sldMkLst>
      </pc:sldChg>
      <pc:sldChg chg="del">
        <pc:chgData name="" userId="" providerId="" clId="Web-{A26DCB19-2B98-22A4-F95D-ECEE3F611F44}" dt="2025-07-17T12:52:37.517" v="2"/>
        <pc:sldMkLst>
          <pc:docMk/>
          <pc:sldMk cId="0" sldId="290"/>
        </pc:sldMkLst>
      </pc:sldChg>
      <pc:sldChg chg="del">
        <pc:chgData name="" userId="" providerId="" clId="Web-{A26DCB19-2B98-22A4-F95D-ECEE3F611F44}" dt="2025-07-17T12:52:37.408" v="1"/>
        <pc:sldMkLst>
          <pc:docMk/>
          <pc:sldMk cId="0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17/07/2025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17/07/2025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17/07/2025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17/07/2025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17/07/2025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17/07/2025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411755-8DCF-4B1A-B0B5-5A24DF90B964}" type="slidenum">
              <a:rPr lang="en-GB" sz="1400"/>
              <a:t>1</a:t>
            </a:fld>
            <a:endParaRPr lang="en-GB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526" y="600413"/>
            <a:ext cx="8077200" cy="685800"/>
          </a:xfrm>
        </p:spPr>
        <p:txBody>
          <a:bodyPr/>
          <a:lstStyle/>
          <a:p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portée des variables 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942340" y="1807845"/>
            <a:ext cx="1075753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bloc est délimité par des accolades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 variable a une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durée de vie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bornée au bloc où elle est déclarée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bloc définit la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portée de la variable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L’espace mémoire pour stocker la variable est alloué lors de sa déclaration et libéré à la fin du bloc où elle a été allouée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7297</Words>
  <Application>Microsoft Office PowerPoint</Application>
  <PresentationFormat>Widescreen</PresentationFormat>
  <Paragraphs>634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 portée des variables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276</cp:revision>
  <dcterms:created xsi:type="dcterms:W3CDTF">2015-03-06T15:17:00Z</dcterms:created>
  <dcterms:modified xsi:type="dcterms:W3CDTF">2025-07-17T12:54:53Z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1036-11.2.0.11306</vt:lpwstr>
  </property>
  <property fmtid="{D5CDD505-2E9C-101B-9397-08002B2CF9AE}" pid="3" name="ICV">
    <vt:lpwstr>F31DBEE9B86940A1B6EE03BDD65E2B57</vt:lpwstr>
  </property>
</Properties>
</file>