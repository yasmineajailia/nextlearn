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9" r:id="rId2"/>
    <p:sldId id="34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19"/>
            <p14:sldId id="3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2">
          <p15:clr>
            <a:srgbClr val="A4A3A4"/>
          </p15:clr>
        </p15:guide>
        <p15:guide id="2" pos="38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D44EC-FDDF-3FB3-6BF9-DB4A7BACF415}" v="30" dt="2025-05-13T14:31:11.699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78" autoAdjust="0"/>
    <p:restoredTop sz="94660"/>
  </p:normalViewPr>
  <p:slideViewPr>
    <p:cSldViewPr snapToGrid="0">
      <p:cViewPr varScale="1">
        <p:scale>
          <a:sx n="68" d="100"/>
          <a:sy n="68" d="100"/>
        </p:scale>
        <p:origin x="750" y="48"/>
      </p:cViewPr>
      <p:guideLst>
        <p:guide orient="horz" pos="2192"/>
        <p:guide pos="3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en ziadi" userId="S::faten.ziadi@esprit.tn::895ad580-200c-4f92-963f-414781b46c6c" providerId="AD" clId="Web-{98ED44EC-FDDF-3FB3-6BF9-DB4A7BACF415}"/>
    <pc:docChg chg="delSld modSection">
      <pc:chgData name="faten ziadi" userId="S::faten.ziadi@esprit.tn::895ad580-200c-4f92-963f-414781b46c6c" providerId="AD" clId="Web-{98ED44EC-FDDF-3FB3-6BF9-DB4A7BACF415}" dt="2025-05-13T14:31:11.699" v="29"/>
      <pc:docMkLst>
        <pc:docMk/>
      </pc:docMkLst>
      <pc:sldChg chg="del">
        <pc:chgData name="faten ziadi" userId="S::faten.ziadi@esprit.tn::895ad580-200c-4f92-963f-414781b46c6c" providerId="AD" clId="Web-{98ED44EC-FDDF-3FB3-6BF9-DB4A7BACF415}" dt="2025-05-13T14:30:21.010" v="0"/>
        <pc:sldMkLst>
          <pc:docMk/>
          <pc:sldMk cId="0" sldId="256"/>
        </pc:sldMkLst>
      </pc:sldChg>
      <pc:sldChg chg="del">
        <pc:chgData name="faten ziadi" userId="S::faten.ziadi@esprit.tn::895ad580-200c-4f92-963f-414781b46c6c" providerId="AD" clId="Web-{98ED44EC-FDDF-3FB3-6BF9-DB4A7BACF415}" dt="2025-05-13T14:30:23.557" v="3"/>
        <pc:sldMkLst>
          <pc:docMk/>
          <pc:sldMk cId="0" sldId="280"/>
        </pc:sldMkLst>
      </pc:sldChg>
      <pc:sldChg chg="del">
        <pc:chgData name="faten ziadi" userId="S::faten.ziadi@esprit.tn::895ad580-200c-4f92-963f-414781b46c6c" providerId="AD" clId="Web-{98ED44EC-FDDF-3FB3-6BF9-DB4A7BACF415}" dt="2025-05-13T14:30:26.557" v="7"/>
        <pc:sldMkLst>
          <pc:docMk/>
          <pc:sldMk cId="0" sldId="284"/>
        </pc:sldMkLst>
      </pc:sldChg>
      <pc:sldChg chg="del">
        <pc:chgData name="faten ziadi" userId="S::faten.ziadi@esprit.tn::895ad580-200c-4f92-963f-414781b46c6c" providerId="AD" clId="Web-{98ED44EC-FDDF-3FB3-6BF9-DB4A7BACF415}" dt="2025-05-13T14:30:24.072" v="4"/>
        <pc:sldMkLst>
          <pc:docMk/>
          <pc:sldMk cId="0" sldId="285"/>
        </pc:sldMkLst>
      </pc:sldChg>
      <pc:sldChg chg="del">
        <pc:chgData name="faten ziadi" userId="S::faten.ziadi@esprit.tn::895ad580-200c-4f92-963f-414781b46c6c" providerId="AD" clId="Web-{98ED44EC-FDDF-3FB3-6BF9-DB4A7BACF415}" dt="2025-05-13T14:30:24.572" v="5"/>
        <pc:sldMkLst>
          <pc:docMk/>
          <pc:sldMk cId="0" sldId="286"/>
        </pc:sldMkLst>
      </pc:sldChg>
      <pc:sldChg chg="del">
        <pc:chgData name="faten ziadi" userId="S::faten.ziadi@esprit.tn::895ad580-200c-4f92-963f-414781b46c6c" providerId="AD" clId="Web-{98ED44EC-FDDF-3FB3-6BF9-DB4A7BACF415}" dt="2025-05-13T14:30:25.385" v="6"/>
        <pc:sldMkLst>
          <pc:docMk/>
          <pc:sldMk cId="0" sldId="287"/>
        </pc:sldMkLst>
      </pc:sldChg>
      <pc:sldChg chg="del">
        <pc:chgData name="faten ziadi" userId="S::faten.ziadi@esprit.tn::895ad580-200c-4f92-963f-414781b46c6c" providerId="AD" clId="Web-{98ED44EC-FDDF-3FB3-6BF9-DB4A7BACF415}" dt="2025-05-13T14:30:22.994" v="2"/>
        <pc:sldMkLst>
          <pc:docMk/>
          <pc:sldMk cId="0" sldId="290"/>
        </pc:sldMkLst>
      </pc:sldChg>
      <pc:sldChg chg="del">
        <pc:chgData name="faten ziadi" userId="S::faten.ziadi@esprit.tn::895ad580-200c-4f92-963f-414781b46c6c" providerId="AD" clId="Web-{98ED44EC-FDDF-3FB3-6BF9-DB4A7BACF415}" dt="2025-05-13T14:30:28.401" v="9"/>
        <pc:sldMkLst>
          <pc:docMk/>
          <pc:sldMk cId="0" sldId="291"/>
        </pc:sldMkLst>
      </pc:sldChg>
      <pc:sldChg chg="del">
        <pc:chgData name="faten ziadi" userId="S::faten.ziadi@esprit.tn::895ad580-200c-4f92-963f-414781b46c6c" providerId="AD" clId="Web-{98ED44EC-FDDF-3FB3-6BF9-DB4A7BACF415}" dt="2025-05-13T14:30:31.401" v="10"/>
        <pc:sldMkLst>
          <pc:docMk/>
          <pc:sldMk cId="0" sldId="294"/>
        </pc:sldMkLst>
      </pc:sldChg>
      <pc:sldChg chg="del">
        <pc:chgData name="faten ziadi" userId="S::faten.ziadi@esprit.tn::895ad580-200c-4f92-963f-414781b46c6c" providerId="AD" clId="Web-{98ED44EC-FDDF-3FB3-6BF9-DB4A7BACF415}" dt="2025-05-13T14:30:37.417" v="11"/>
        <pc:sldMkLst>
          <pc:docMk/>
          <pc:sldMk cId="0" sldId="295"/>
        </pc:sldMkLst>
      </pc:sldChg>
      <pc:sldChg chg="del">
        <pc:chgData name="faten ziadi" userId="S::faten.ziadi@esprit.tn::895ad580-200c-4f92-963f-414781b46c6c" providerId="AD" clId="Web-{98ED44EC-FDDF-3FB3-6BF9-DB4A7BACF415}" dt="2025-05-13T14:30:38.885" v="12"/>
        <pc:sldMkLst>
          <pc:docMk/>
          <pc:sldMk cId="0" sldId="296"/>
        </pc:sldMkLst>
      </pc:sldChg>
      <pc:sldChg chg="del">
        <pc:chgData name="faten ziadi" userId="S::faten.ziadi@esprit.tn::895ad580-200c-4f92-963f-414781b46c6c" providerId="AD" clId="Web-{98ED44EC-FDDF-3FB3-6BF9-DB4A7BACF415}" dt="2025-05-13T14:30:40.323" v="13"/>
        <pc:sldMkLst>
          <pc:docMk/>
          <pc:sldMk cId="0" sldId="297"/>
        </pc:sldMkLst>
      </pc:sldChg>
      <pc:sldChg chg="del">
        <pc:chgData name="faten ziadi" userId="S::faten.ziadi@esprit.tn::895ad580-200c-4f92-963f-414781b46c6c" providerId="AD" clId="Web-{98ED44EC-FDDF-3FB3-6BF9-DB4A7BACF415}" dt="2025-05-13T14:30:41.073" v="14"/>
        <pc:sldMkLst>
          <pc:docMk/>
          <pc:sldMk cId="0" sldId="298"/>
        </pc:sldMkLst>
      </pc:sldChg>
      <pc:sldChg chg="del">
        <pc:chgData name="faten ziadi" userId="S::faten.ziadi@esprit.tn::895ad580-200c-4f92-963f-414781b46c6c" providerId="AD" clId="Web-{98ED44EC-FDDF-3FB3-6BF9-DB4A7BACF415}" dt="2025-05-13T14:30:43.495" v="16"/>
        <pc:sldMkLst>
          <pc:docMk/>
          <pc:sldMk cId="0" sldId="299"/>
        </pc:sldMkLst>
      </pc:sldChg>
      <pc:sldChg chg="del">
        <pc:chgData name="faten ziadi" userId="S::faten.ziadi@esprit.tn::895ad580-200c-4f92-963f-414781b46c6c" providerId="AD" clId="Web-{98ED44EC-FDDF-3FB3-6BF9-DB4A7BACF415}" dt="2025-05-13T14:30:56.058" v="20"/>
        <pc:sldMkLst>
          <pc:docMk/>
          <pc:sldMk cId="0" sldId="302"/>
        </pc:sldMkLst>
      </pc:sldChg>
      <pc:sldChg chg="del">
        <pc:chgData name="faten ziadi" userId="S::faten.ziadi@esprit.tn::895ad580-200c-4f92-963f-414781b46c6c" providerId="AD" clId="Web-{98ED44EC-FDDF-3FB3-6BF9-DB4A7BACF415}" dt="2025-05-13T14:30:57.683" v="21"/>
        <pc:sldMkLst>
          <pc:docMk/>
          <pc:sldMk cId="0" sldId="303"/>
        </pc:sldMkLst>
      </pc:sldChg>
      <pc:sldChg chg="del">
        <pc:chgData name="faten ziadi" userId="S::faten.ziadi@esprit.tn::895ad580-200c-4f92-963f-414781b46c6c" providerId="AD" clId="Web-{98ED44EC-FDDF-3FB3-6BF9-DB4A7BACF415}" dt="2025-05-13T14:30:59.730" v="22"/>
        <pc:sldMkLst>
          <pc:docMk/>
          <pc:sldMk cId="0" sldId="304"/>
        </pc:sldMkLst>
      </pc:sldChg>
      <pc:sldChg chg="del">
        <pc:chgData name="faten ziadi" userId="S::faten.ziadi@esprit.tn::895ad580-200c-4f92-963f-414781b46c6c" providerId="AD" clId="Web-{98ED44EC-FDDF-3FB3-6BF9-DB4A7BACF415}" dt="2025-05-13T14:31:00.699" v="23"/>
        <pc:sldMkLst>
          <pc:docMk/>
          <pc:sldMk cId="0" sldId="305"/>
        </pc:sldMkLst>
      </pc:sldChg>
      <pc:sldChg chg="del">
        <pc:chgData name="faten ziadi" userId="S::faten.ziadi@esprit.tn::895ad580-200c-4f92-963f-414781b46c6c" providerId="AD" clId="Web-{98ED44EC-FDDF-3FB3-6BF9-DB4A7BACF415}" dt="2025-05-13T14:31:01.167" v="24"/>
        <pc:sldMkLst>
          <pc:docMk/>
          <pc:sldMk cId="0" sldId="306"/>
        </pc:sldMkLst>
      </pc:sldChg>
      <pc:sldChg chg="del">
        <pc:chgData name="faten ziadi" userId="S::faten.ziadi@esprit.tn::895ad580-200c-4f92-963f-414781b46c6c" providerId="AD" clId="Web-{98ED44EC-FDDF-3FB3-6BF9-DB4A7BACF415}" dt="2025-05-13T14:31:02.074" v="25"/>
        <pc:sldMkLst>
          <pc:docMk/>
          <pc:sldMk cId="0" sldId="307"/>
        </pc:sldMkLst>
      </pc:sldChg>
      <pc:sldChg chg="del">
        <pc:chgData name="faten ziadi" userId="S::faten.ziadi@esprit.tn::895ad580-200c-4f92-963f-414781b46c6c" providerId="AD" clId="Web-{98ED44EC-FDDF-3FB3-6BF9-DB4A7BACF415}" dt="2025-05-13T14:31:06.699" v="26"/>
        <pc:sldMkLst>
          <pc:docMk/>
          <pc:sldMk cId="0" sldId="308"/>
        </pc:sldMkLst>
      </pc:sldChg>
      <pc:sldChg chg="del">
        <pc:chgData name="faten ziadi" userId="S::faten.ziadi@esprit.tn::895ad580-200c-4f92-963f-414781b46c6c" providerId="AD" clId="Web-{98ED44EC-FDDF-3FB3-6BF9-DB4A7BACF415}" dt="2025-05-13T14:30:22.119" v="1"/>
        <pc:sldMkLst>
          <pc:docMk/>
          <pc:sldMk cId="0" sldId="316"/>
        </pc:sldMkLst>
      </pc:sldChg>
      <pc:sldChg chg="del">
        <pc:chgData name="faten ziadi" userId="S::faten.ziadi@esprit.tn::895ad580-200c-4f92-963f-414781b46c6c" providerId="AD" clId="Web-{98ED44EC-FDDF-3FB3-6BF9-DB4A7BACF415}" dt="2025-05-13T14:30:27.354" v="8"/>
        <pc:sldMkLst>
          <pc:docMk/>
          <pc:sldMk cId="0" sldId="317"/>
        </pc:sldMkLst>
      </pc:sldChg>
      <pc:sldChg chg="del">
        <pc:chgData name="faten ziadi" userId="S::faten.ziadi@esprit.tn::895ad580-200c-4f92-963f-414781b46c6c" providerId="AD" clId="Web-{98ED44EC-FDDF-3FB3-6BF9-DB4A7BACF415}" dt="2025-05-13T14:30:45.589" v="18"/>
        <pc:sldMkLst>
          <pc:docMk/>
          <pc:sldMk cId="0" sldId="318"/>
        </pc:sldMkLst>
      </pc:sldChg>
      <pc:sldChg chg="del">
        <pc:chgData name="faten ziadi" userId="S::faten.ziadi@esprit.tn::895ad580-200c-4f92-963f-414781b46c6c" providerId="AD" clId="Web-{98ED44EC-FDDF-3FB3-6BF9-DB4A7BACF415}" dt="2025-05-13T14:30:54.276" v="19"/>
        <pc:sldMkLst>
          <pc:docMk/>
          <pc:sldMk cId="0" sldId="320"/>
        </pc:sldMkLst>
      </pc:sldChg>
      <pc:sldChg chg="del">
        <pc:chgData name="faten ziadi" userId="S::faten.ziadi@esprit.tn::895ad580-200c-4f92-963f-414781b46c6c" providerId="AD" clId="Web-{98ED44EC-FDDF-3FB3-6BF9-DB4A7BACF415}" dt="2025-05-13T14:31:11.699" v="29"/>
        <pc:sldMkLst>
          <pc:docMk/>
          <pc:sldMk cId="0" sldId="321"/>
        </pc:sldMkLst>
      </pc:sldChg>
      <pc:sldChg chg="del">
        <pc:chgData name="faten ziadi" userId="S::faten.ziadi@esprit.tn::895ad580-200c-4f92-963f-414781b46c6c" providerId="AD" clId="Web-{98ED44EC-FDDF-3FB3-6BF9-DB4A7BACF415}" dt="2025-05-13T14:30:44.511" v="17"/>
        <pc:sldMkLst>
          <pc:docMk/>
          <pc:sldMk cId="0" sldId="322"/>
        </pc:sldMkLst>
      </pc:sldChg>
      <pc:sldChg chg="del">
        <pc:chgData name="faten ziadi" userId="S::faten.ziadi@esprit.tn::895ad580-200c-4f92-963f-414781b46c6c" providerId="AD" clId="Web-{98ED44EC-FDDF-3FB3-6BF9-DB4A7BACF415}" dt="2025-05-13T14:31:09.808" v="28"/>
        <pc:sldMkLst>
          <pc:docMk/>
          <pc:sldMk cId="0" sldId="358"/>
        </pc:sldMkLst>
      </pc:sldChg>
      <pc:sldChg chg="del">
        <pc:chgData name="faten ziadi" userId="S::faten.ziadi@esprit.tn::895ad580-200c-4f92-963f-414781b46c6c" providerId="AD" clId="Web-{98ED44EC-FDDF-3FB3-6BF9-DB4A7BACF415}" dt="2025-05-13T14:31:07.808" v="27"/>
        <pc:sldMkLst>
          <pc:docMk/>
          <pc:sldMk cId="0" sldId="359"/>
        </pc:sldMkLst>
      </pc:sldChg>
      <pc:sldChg chg="del">
        <pc:chgData name="faten ziadi" userId="S::faten.ziadi@esprit.tn::895ad580-200c-4f92-963f-414781b46c6c" providerId="AD" clId="Web-{98ED44EC-FDDF-3FB3-6BF9-DB4A7BACF415}" dt="2025-05-13T14:30:42.229" v="15"/>
        <pc:sldMkLst>
          <pc:docMk/>
          <pc:sldMk cId="0" sldId="3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  <a:t>13/05/2025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  <a:t>13/05/2025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  <a:t>13/05/2025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  <a:t>13/05/2025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  <a:t>13/05/2025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  <a:t>13/05/2025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</a:t>
            </a:fld>
            <a:endParaRPr lang="fr-FR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479101" y="347980"/>
            <a:ext cx="10515600" cy="1325563"/>
          </a:xfrm>
        </p:spPr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Affichage des données 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97840" y="1553210"/>
            <a:ext cx="10855960" cy="212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u="sng" dirty="0">
                <a:solidFill>
                  <a:srgbClr val="00B050"/>
                </a:solidFill>
              </a:rPr>
              <a:t>Fonction </a:t>
            </a:r>
            <a:r>
              <a:rPr lang="fr-FR" b="1" u="sng" dirty="0" err="1">
                <a:solidFill>
                  <a:srgbClr val="00B050"/>
                </a:solidFill>
              </a:rPr>
              <a:t>printf</a:t>
            </a:r>
            <a:r>
              <a:rPr lang="fr-FR" b="1" u="sng" dirty="0">
                <a:solidFill>
                  <a:srgbClr val="00B050"/>
                </a:solidFill>
              </a:rPr>
              <a:t>()</a:t>
            </a:r>
          </a:p>
          <a:p>
            <a:pPr eaLnBrk="1" hangingPunct="1"/>
            <a:endParaRPr lang="fr-FR" b="1" u="sng" dirty="0">
              <a:solidFill>
                <a:srgbClr val="00B050"/>
              </a:solidFill>
            </a:endParaRPr>
          </a:p>
          <a:p>
            <a:pPr eaLnBrk="1" hangingPunct="1"/>
            <a:r>
              <a:rPr lang="fr-FR" dirty="0" err="1">
                <a:solidFill>
                  <a:srgbClr val="006666"/>
                </a:solidFill>
              </a:rPr>
              <a:t>printf</a:t>
            </a:r>
            <a:r>
              <a:rPr lang="fr-FR" dirty="0">
                <a:solidFill>
                  <a:srgbClr val="006666"/>
                </a:solidFill>
              </a:rPr>
              <a:t> (" </a:t>
            </a:r>
            <a:r>
              <a:rPr lang="fr-FR" dirty="0" err="1">
                <a:solidFill>
                  <a:srgbClr val="006666"/>
                </a:solidFill>
              </a:rPr>
              <a:t>text</a:t>
            </a:r>
            <a:r>
              <a:rPr lang="fr-FR" dirty="0">
                <a:solidFill>
                  <a:srgbClr val="006666"/>
                </a:solidFill>
              </a:rPr>
              <a:t> </a:t>
            </a:r>
            <a:r>
              <a:rPr lang="fr-FR" b="1" i="1" dirty="0">
                <a:solidFill>
                  <a:schemeClr val="accent2">
                    <a:lumMod val="75000"/>
                  </a:schemeClr>
                </a:solidFill>
                <a:effectLst/>
              </a:rPr>
              <a:t>Format  </a:t>
            </a:r>
            <a:r>
              <a:rPr lang="fr-FR" dirty="0">
                <a:solidFill>
                  <a:srgbClr val="006666"/>
                </a:solidFill>
              </a:rPr>
              <a:t>", </a:t>
            </a:r>
            <a:r>
              <a:rPr lang="fr-FR" b="1" i="1" dirty="0" err="1">
                <a:solidFill>
                  <a:schemeClr val="accent2">
                    <a:lumMod val="75000"/>
                  </a:schemeClr>
                </a:solidFill>
              </a:rPr>
              <a:t>NomVal </a:t>
            </a:r>
            <a:r>
              <a:rPr lang="fr-FR" dirty="0">
                <a:solidFill>
                  <a:srgbClr val="006666"/>
                </a:solidFill>
              </a:rPr>
              <a:t>);</a:t>
            </a:r>
          </a:p>
          <a:p>
            <a:pPr eaLnBrk="1" hangingPunct="1"/>
            <a:endParaRPr lang="fr-FR" dirty="0">
              <a:solidFill>
                <a:srgbClr val="006666"/>
              </a:solidFill>
            </a:endParaRPr>
          </a:p>
          <a:p>
            <a:pPr eaLnBrk="1" hangingPunct="1">
              <a:buFont typeface="Symbol" panose="05050102010706020507" pitchFamily="18" charset="2"/>
              <a:buChar char="Þ"/>
            </a:pPr>
            <a:r>
              <a:rPr lang="fr-FR" dirty="0"/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d’afficher  des chaînes de caractères et des données de types différents</a:t>
            </a:r>
          </a:p>
          <a:p>
            <a:pPr eaLnBrk="1" hangingPunct="1"/>
            <a:endParaRPr lang="fr-FR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Group 3"/>
          <p:cNvGraphicFramePr>
            <a:graphicFrameLocks noGrp="1"/>
          </p:cNvGraphicFramePr>
          <p:nvPr>
            <p:ph idx="1"/>
          </p:nvPr>
        </p:nvGraphicFramePr>
        <p:xfrm>
          <a:off x="3521971" y="4014699"/>
          <a:ext cx="4876800" cy="198091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Format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Données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4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ahoma" panose="020B0604030504040204" pitchFamily="34" charset="0"/>
                        </a:rPr>
                        <a:t>%d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Nombre entier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ahoma" panose="020B0604030504040204" pitchFamily="34" charset="0"/>
                        </a:rPr>
                        <a:t>%u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Nombre entier non signé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9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ahoma" panose="020B0604030504040204" pitchFamily="34" charset="0"/>
                        </a:rPr>
                        <a:t>%c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Caractère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9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ahoma" panose="020B0604030504040204" pitchFamily="34" charset="0"/>
                        </a:rPr>
                        <a:t>%f</a:t>
                      </a:r>
                      <a:endParaRPr kumimoji="0" lang="fr-FR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Nombre à virgule flottante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2</a:t>
            </a:fld>
            <a:endParaRPr lang="fr-FR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479101" y="347980"/>
            <a:ext cx="10515600" cy="1325563"/>
          </a:xfrm>
        </p:spPr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Lecture des données 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715010" y="2198370"/>
            <a:ext cx="11280140" cy="212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u="sng" dirty="0">
                <a:solidFill>
                  <a:srgbClr val="00B050"/>
                </a:solidFill>
              </a:rPr>
              <a:t>Fonction </a:t>
            </a:r>
            <a:r>
              <a:rPr lang="fr-FR" b="1" u="sng" dirty="0" err="1">
                <a:solidFill>
                  <a:srgbClr val="00B050"/>
                </a:solidFill>
              </a:rPr>
              <a:t>scanf</a:t>
            </a:r>
            <a:r>
              <a:rPr lang="fr-FR" b="1" u="sng" dirty="0">
                <a:solidFill>
                  <a:srgbClr val="00B050"/>
                </a:solidFill>
              </a:rPr>
              <a:t>()</a:t>
            </a:r>
          </a:p>
          <a:p>
            <a:pPr eaLnBrk="1" hangingPunct="1"/>
            <a:endParaRPr lang="fr-FR" b="1" u="sng" dirty="0">
              <a:solidFill>
                <a:srgbClr val="C00000"/>
              </a:solidFill>
            </a:endParaRPr>
          </a:p>
          <a:p>
            <a:pPr eaLnBrk="1" hangingPunct="1"/>
            <a:r>
              <a:rPr lang="en-US" dirty="0" err="1">
                <a:solidFill>
                  <a:srgbClr val="006666"/>
                </a:solidFill>
              </a:rPr>
              <a:t>Scanf</a:t>
            </a:r>
            <a:r>
              <a:rPr lang="en-US" dirty="0">
                <a:solidFill>
                  <a:srgbClr val="006666"/>
                </a:solidFill>
              </a:rPr>
              <a:t> (“</a:t>
            </a:r>
            <a:r>
              <a:rPr lang="fr-FR" b="1" i="1" dirty="0">
                <a:solidFill>
                  <a:schemeClr val="accent2">
                    <a:lumMod val="75000"/>
                  </a:schemeClr>
                </a:solidFill>
                <a:effectLst/>
              </a:rPr>
              <a:t>Format </a:t>
            </a:r>
            <a:r>
              <a:rPr lang="en-US" dirty="0">
                <a:solidFill>
                  <a:srgbClr val="006666"/>
                </a:solidFill>
              </a:rPr>
              <a:t>",</a:t>
            </a:r>
            <a:r>
              <a:rPr lang="en-US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fr-FR" b="1" i="1" dirty="0">
                <a:solidFill>
                  <a:srgbClr val="C00000"/>
                </a:solidFill>
              </a:rPr>
              <a:t> </a:t>
            </a:r>
            <a:r>
              <a:rPr lang="fr-FR" b="1" i="1" dirty="0" err="1">
                <a:solidFill>
                  <a:schemeClr val="accent2">
                    <a:lumMod val="75000"/>
                  </a:schemeClr>
                </a:solidFill>
              </a:rPr>
              <a:t>NomVal</a:t>
            </a:r>
            <a:r>
              <a:rPr lang="en-US" dirty="0">
                <a:solidFill>
                  <a:srgbClr val="006666"/>
                </a:solidFill>
              </a:rPr>
              <a:t>);</a:t>
            </a:r>
          </a:p>
          <a:p>
            <a:pPr eaLnBrk="1" hangingPunct="1"/>
            <a:endParaRPr lang="fr-FR" dirty="0">
              <a:solidFill>
                <a:srgbClr val="006666"/>
              </a:solidFill>
              <a:sym typeface="Symbol" panose="05050102010706020507" pitchFamily="18" charset="2"/>
            </a:endParaRPr>
          </a:p>
          <a:p>
            <a:pPr algn="just" eaLnBrk="1" hangingPunct="1"/>
            <a:r>
              <a:rPr lang="fr-FR" dirty="0">
                <a:solidFill>
                  <a:srgbClr val="006666"/>
                </a:solidFill>
                <a:sym typeface="Symbol" panose="05050102010706020507" pitchFamily="18" charset="2"/>
              </a:rPr>
              <a:t></a:t>
            </a:r>
            <a:r>
              <a:rPr lang="fr-FR" dirty="0">
                <a:solidFill>
                  <a:srgbClr val="006666"/>
                </a:solidFill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lire des chaînes de caractères et traite des données de types différents</a:t>
            </a:r>
          </a:p>
          <a:p>
            <a:pPr eaLnBrk="1" hangingPunct="1"/>
            <a:endParaRPr lang="fr-FR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7297</Words>
  <Application>Microsoft Office PowerPoint</Application>
  <PresentationFormat>Grand écran</PresentationFormat>
  <Paragraphs>634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Office Theme</vt:lpstr>
      <vt:lpstr>Affichage des données </vt:lpstr>
      <vt:lpstr>Lecture des données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274</cp:revision>
  <dcterms:created xsi:type="dcterms:W3CDTF">2015-03-06T15:17:00Z</dcterms:created>
  <dcterms:modified xsi:type="dcterms:W3CDTF">2025-05-13T14:31:12Z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1036-11.2.0.11306</vt:lpwstr>
  </property>
  <property fmtid="{D5CDD505-2E9C-101B-9397-08002B2CF9AE}" pid="3" name="ICV">
    <vt:lpwstr>F31DBEE9B86940A1B6EE03BDD65E2B57</vt:lpwstr>
  </property>
</Properties>
</file>