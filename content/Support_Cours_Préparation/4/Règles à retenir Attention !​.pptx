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3"/>
  </p:notesMasterIdLst>
  <p:sldIdLst>
    <p:sldId id="359" r:id="rId3"/>
    <p:sldId id="381" r:id="rId4"/>
    <p:sldId id="382" r:id="rId5"/>
    <p:sldId id="383" r:id="rId6"/>
    <p:sldId id="384" r:id="rId7"/>
    <p:sldId id="385" r:id="rId8"/>
    <p:sldId id="386" r:id="rId9"/>
    <p:sldId id="388" r:id="rId10"/>
    <p:sldId id="294" r:id="rId11"/>
    <p:sldId id="295" r:id="rId12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6">
          <p15:clr>
            <a:srgbClr val="A4A3A4"/>
          </p15:clr>
        </p15:guide>
        <p15:guide id="2" pos="22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1804F-548E-DD1E-888F-787FFB2A915C}" v="1" dt="2025-06-28T20:39:12.484"/>
    <p1510:client id="{D81C7BD6-8538-3925-0F29-BB92CB0D9E5B}" v="14" dt="2025-06-28T20:23:58.121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82"/>
        <p:guide pos="291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56"/>
        <p:guide pos="22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C21804F-548E-DD1E-888F-787FFB2A915C}"/>
    <pc:docChg chg="delSld">
      <pc:chgData name="" userId="" providerId="" clId="Web-{0C21804F-548E-DD1E-888F-787FFB2A915C}" dt="2025-06-28T20:39:12.484" v="0"/>
      <pc:docMkLst>
        <pc:docMk/>
      </pc:docMkLst>
      <pc:sldChg chg="del">
        <pc:chgData name="" userId="" providerId="" clId="Web-{0C21804F-548E-DD1E-888F-787FFB2A915C}" dt="2025-06-28T20:39:12.484" v="0"/>
        <pc:sldMkLst>
          <pc:docMk/>
          <pc:sldMk cId="0" sldId="293"/>
        </pc:sldMkLst>
      </pc:sldChg>
    </pc:docChg>
  </pc:docChgLst>
  <pc:docChgLst>
    <pc:chgData name="naouel boughattas" userId="S::naouel.boughattas@esprit.tn::2a5ccfa1-3036-49a9-9a37-8d29c52ac4f0" providerId="AD" clId="Web-{D81C7BD6-8538-3925-0F29-BB92CB0D9E5B}"/>
    <pc:docChg chg="addSld delSld">
      <pc:chgData name="naouel boughattas" userId="S::naouel.boughattas@esprit.tn::2a5ccfa1-3036-49a9-9a37-8d29c52ac4f0" providerId="AD" clId="Web-{D81C7BD6-8538-3925-0F29-BB92CB0D9E5B}" dt="2025-06-28T20:23:58.121" v="12"/>
      <pc:docMkLst>
        <pc:docMk/>
      </pc:docMkLst>
      <pc:sldChg chg="add del">
        <pc:chgData name="naouel boughattas" userId="S::naouel.boughattas@esprit.tn::2a5ccfa1-3036-49a9-9a37-8d29c52ac4f0" providerId="AD" clId="Web-{D81C7BD6-8538-3925-0F29-BB92CB0D9E5B}" dt="2025-06-28T20:23:54.902" v="9"/>
        <pc:sldMkLst>
          <pc:docMk/>
          <pc:sldMk cId="0" sldId="288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5.980" v="10"/>
        <pc:sldMkLst>
          <pc:docMk/>
          <pc:sldMk cId="0" sldId="289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7.074" v="11"/>
        <pc:sldMkLst>
          <pc:docMk/>
          <pc:sldMk cId="0" sldId="290"/>
        </pc:sldMkLst>
      </pc:sldChg>
      <pc:sldChg chg="del">
        <pc:chgData name="naouel boughattas" userId="S::naouel.boughattas@esprit.tn::2a5ccfa1-3036-49a9-9a37-8d29c52ac4f0" providerId="AD" clId="Web-{D81C7BD6-8538-3925-0F29-BB92CB0D9E5B}" dt="2025-06-28T20:23:58.121" v="12"/>
        <pc:sldMkLst>
          <pc:docMk/>
          <pc:sldMk cId="0" sldId="291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2.371" v="8"/>
        <pc:sldMkLst>
          <pc:docMk/>
          <pc:sldMk cId="0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40" grpId="0" animBg="1"/>
      <p:bldP spid="40" grpId="1" animBg="1"/>
      <p:bldP spid="41" grpId="0"/>
      <p:bldP spid="41" grpId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2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3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4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5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3" name="Flèche courbée vers le haut 12"/>
          <p:cNvSpPr/>
          <p:nvPr/>
        </p:nvSpPr>
        <p:spPr>
          <a:xfrm>
            <a:off x="4356100" y="4855845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6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3" name="Flèche courbée vers le haut 12"/>
          <p:cNvSpPr/>
          <p:nvPr/>
        </p:nvSpPr>
        <p:spPr>
          <a:xfrm>
            <a:off x="4356100" y="4855845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4" name="Flèche courbée vers le haut 13"/>
          <p:cNvSpPr/>
          <p:nvPr/>
        </p:nvSpPr>
        <p:spPr>
          <a:xfrm>
            <a:off x="3771265" y="486918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7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3" name="Flèche courbée vers le haut 12"/>
          <p:cNvSpPr/>
          <p:nvPr/>
        </p:nvSpPr>
        <p:spPr>
          <a:xfrm>
            <a:off x="4356100" y="4855845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4" name="Flèche courbée vers le haut 13"/>
          <p:cNvSpPr/>
          <p:nvPr/>
        </p:nvSpPr>
        <p:spPr>
          <a:xfrm>
            <a:off x="3771265" y="486918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8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sz="2400" b="1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3" name="Flèche courbée vers le haut 12"/>
          <p:cNvSpPr/>
          <p:nvPr/>
        </p:nvSpPr>
        <p:spPr>
          <a:xfrm>
            <a:off x="4356100" y="4855845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4" name="Flèche courbée vers le haut 13"/>
          <p:cNvSpPr/>
          <p:nvPr/>
        </p:nvSpPr>
        <p:spPr>
          <a:xfrm>
            <a:off x="3771265" y="486918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9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1547664" y="4570328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Connecteur droit avec flèche 12"/>
          <p:cNvCxnSpPr/>
          <p:nvPr/>
        </p:nvCxnSpPr>
        <p:spPr>
          <a:xfrm>
            <a:off x="1979712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2555776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3131840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3707904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4283968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>
            <a:off x="4932040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ix 18"/>
          <p:cNvSpPr/>
          <p:nvPr/>
        </p:nvSpPr>
        <p:spPr>
          <a:xfrm rot="2485752">
            <a:off x="4563127" y="4495833"/>
            <a:ext cx="614165" cy="579202"/>
          </a:xfrm>
          <a:prstGeom prst="plus">
            <a:avLst>
              <a:gd name="adj" fmla="val 4493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20" name="Flèche courbée vers le bas 19"/>
          <p:cNvSpPr/>
          <p:nvPr/>
        </p:nvSpPr>
        <p:spPr>
          <a:xfrm>
            <a:off x="4788024" y="4005064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4716016" y="458112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dk1"/>
                </a:solidFill>
              </a:rPr>
              <a:t>0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292080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dk1"/>
                </a:solidFill>
              </a:rPr>
              <a:t>15</a:t>
            </a:r>
          </a:p>
        </p:txBody>
      </p:sp>
      <p:sp>
        <p:nvSpPr>
          <p:cNvPr id="23" name="Flèche courbée vers le bas 22"/>
          <p:cNvSpPr/>
          <p:nvPr/>
        </p:nvSpPr>
        <p:spPr>
          <a:xfrm>
            <a:off x="5436096" y="4029366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5868144" y="45828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dk1"/>
                </a:solidFill>
              </a:rPr>
              <a:t>12</a:t>
            </a:r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6444208" y="458112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>
                <a:solidFill>
                  <a:prstClr val="black"/>
                </a:solidFill>
              </a:rPr>
              <a:t>14</a:t>
            </a:r>
          </a:p>
        </p:txBody>
      </p:sp>
      <p:sp>
        <p:nvSpPr>
          <p:cNvPr id="26" name="Flèche courbée vers le bas 25"/>
          <p:cNvSpPr/>
          <p:nvPr/>
        </p:nvSpPr>
        <p:spPr>
          <a:xfrm>
            <a:off x="5940152" y="4020966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7" name="Flèche courbée vers le bas 26"/>
          <p:cNvSpPr/>
          <p:nvPr/>
        </p:nvSpPr>
        <p:spPr>
          <a:xfrm>
            <a:off x="6588224" y="4028917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7092280" y="45811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>
                <a:solidFill>
                  <a:prstClr val="black"/>
                </a:solidFill>
              </a:rPr>
              <a:t>9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7092280" y="45811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>
                <a:solidFill>
                  <a:prstClr val="black"/>
                </a:solidFill>
              </a:rPr>
              <a:t>9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7884368" y="5028271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n=10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7884368" y="5013176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n=9</a:t>
            </a:r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4932040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5508104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>
            <a:off x="6084168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7020272" y="3933056"/>
            <a:ext cx="0" cy="12961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1907704" y="1268760"/>
            <a:ext cx="6048672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Suppression de la valeur 0: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Parcours 1: chercher l’indice de la case contenant 0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Parcours 2: décaler les cases qui suivent la case trouvée dans 1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de la taille du tableau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2843" y="629064"/>
            <a:ext cx="74575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Suppression  d’un élément dans le tableau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.00023 L 0.07083 0.0004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601 L -0.06684 0.00254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0.00439 L -0.05903 0.00439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 4.83229E-6 L -0.06702 0.00462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2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8 0.00139 L -0.05955 -1.58455E-6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" y="-1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1" grpId="0"/>
      <p:bldP spid="22" grpId="0"/>
      <p:bldP spid="23" grpId="0" animBg="1"/>
      <p:bldP spid="23" grpId="1" animBg="1"/>
      <p:bldP spid="24" grpId="0"/>
      <p:bldP spid="25" grpId="0"/>
      <p:bldP spid="26" grpId="0" animBg="1"/>
      <p:bldP spid="26" grpId="1" animBg="1"/>
      <p:bldP spid="27" grpId="0" animBg="1"/>
      <p:bldP spid="27" grpId="1" animBg="1"/>
      <p:bldP spid="28" grpId="0"/>
      <p:bldP spid="29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D1244A0-1F39-4BFE-8B5F-4CA515E9D968}" type="slidenum">
              <a:rPr lang="en-GB" sz="1400"/>
              <a:t>10</a:t>
            </a:fld>
            <a:endParaRPr lang="en-GB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892" y="711200"/>
            <a:ext cx="6710083" cy="609600"/>
          </a:xfrm>
        </p:spPr>
        <p:txBody>
          <a:bodyPr>
            <a:noAutofit/>
          </a:bodyPr>
          <a:lstStyle/>
          <a:p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Règles à retenir Attention !</a:t>
            </a:r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1828800" y="1470027"/>
            <a:ext cx="5839544" cy="193899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3" eaLnBrk="1" hangingPunct="1">
              <a:buFont typeface="Wingdings" panose="05000000000000000000" pitchFamily="2" charset="2"/>
              <a:buNone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On ne peut pas affecter un tableau à un autre par =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 T1[4] = {2, 3, 5, 7};</a:t>
            </a:r>
          </a:p>
          <a:p>
            <a:pPr lvl="3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 T2[4];</a:t>
            </a:r>
          </a:p>
          <a:p>
            <a:pPr lvl="3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T2 = T1;</a:t>
            </a:r>
          </a:p>
        </p:txBody>
      </p:sp>
      <p:grpSp>
        <p:nvGrpSpPr>
          <p:cNvPr id="2" name="Group 20"/>
          <p:cNvGrpSpPr/>
          <p:nvPr/>
        </p:nvGrpSpPr>
        <p:grpSpPr bwMode="auto">
          <a:xfrm>
            <a:off x="1943100" y="1927225"/>
            <a:ext cx="3371850" cy="1066800"/>
            <a:chOff x="672" y="1214"/>
            <a:chExt cx="2832" cy="672"/>
          </a:xfrm>
        </p:grpSpPr>
        <p:grpSp>
          <p:nvGrpSpPr>
            <p:cNvPr id="3" name="Group 7"/>
            <p:cNvGrpSpPr/>
            <p:nvPr/>
          </p:nvGrpSpPr>
          <p:grpSpPr bwMode="auto">
            <a:xfrm>
              <a:off x="672" y="1214"/>
              <a:ext cx="624" cy="672"/>
              <a:chOff x="3216" y="1392"/>
              <a:chExt cx="624" cy="672"/>
            </a:xfrm>
          </p:grpSpPr>
          <p:sp>
            <p:nvSpPr>
              <p:cNvPr id="8209" name="Oval 8"/>
              <p:cNvSpPr>
                <a:spLocks noChangeArrowheads="1"/>
              </p:cNvSpPr>
              <p:nvPr/>
            </p:nvSpPr>
            <p:spPr bwMode="auto">
              <a:xfrm>
                <a:off x="3216" y="1392"/>
                <a:ext cx="624" cy="67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fr-FR"/>
              </a:p>
            </p:txBody>
          </p:sp>
          <p:sp>
            <p:nvSpPr>
              <p:cNvPr id="8210" name="Oval 9"/>
              <p:cNvSpPr>
                <a:spLocks noChangeArrowheads="1"/>
              </p:cNvSpPr>
              <p:nvPr/>
            </p:nvSpPr>
            <p:spPr bwMode="auto">
              <a:xfrm>
                <a:off x="3270" y="1450"/>
                <a:ext cx="516" cy="55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fr-FR"/>
              </a:p>
            </p:txBody>
          </p:sp>
          <p:sp>
            <p:nvSpPr>
              <p:cNvPr id="8211" name="Rectangle 10"/>
              <p:cNvSpPr>
                <a:spLocks noChangeArrowheads="1"/>
              </p:cNvSpPr>
              <p:nvPr/>
            </p:nvSpPr>
            <p:spPr bwMode="auto">
              <a:xfrm>
                <a:off x="3325" y="1684"/>
                <a:ext cx="406" cy="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fr-FR"/>
              </a:p>
            </p:txBody>
          </p:sp>
        </p:grpSp>
        <p:sp>
          <p:nvSpPr>
            <p:cNvPr id="8207" name="Line 11"/>
            <p:cNvSpPr>
              <a:spLocks noChangeShapeType="1"/>
            </p:cNvSpPr>
            <p:nvPr/>
          </p:nvSpPr>
          <p:spPr bwMode="auto">
            <a:xfrm>
              <a:off x="1392" y="1214"/>
              <a:ext cx="2112" cy="6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/>
            </a:p>
          </p:txBody>
        </p:sp>
        <p:sp>
          <p:nvSpPr>
            <p:cNvPr id="8208" name="Line 12"/>
            <p:cNvSpPr>
              <a:spLocks noChangeShapeType="1"/>
            </p:cNvSpPr>
            <p:nvPr/>
          </p:nvSpPr>
          <p:spPr bwMode="auto">
            <a:xfrm flipH="1">
              <a:off x="1392" y="1214"/>
              <a:ext cx="2112" cy="6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/>
            </a:p>
          </p:txBody>
        </p:sp>
      </p:grpSp>
      <p:sp>
        <p:nvSpPr>
          <p:cNvPr id="353293" name="Text Box 13"/>
          <p:cNvSpPr txBox="1">
            <a:spLocks noChangeArrowheads="1"/>
          </p:cNvSpPr>
          <p:nvPr/>
        </p:nvSpPr>
        <p:spPr bwMode="auto">
          <a:xfrm>
            <a:off x="1828800" y="3886202"/>
            <a:ext cx="6919664" cy="255454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3" eaLnBrk="1" hangingPunct="1"/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Ni comparer un tableau avec un autre par ==</a:t>
            </a:r>
          </a:p>
          <a:p>
            <a:pPr eaLnBrk="1" hangingPunct="1">
              <a:spcBef>
                <a:spcPct val="0"/>
              </a:spcBef>
              <a:buClrTx/>
              <a:buSzTx/>
            </a:pP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spcBef>
                <a:spcPct val="0"/>
              </a:spcBef>
              <a:buClrTx/>
              <a:buSzTx/>
            </a:pPr>
            <a:r>
              <a:rPr lang="fr-FR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 T1[4] = {2, 3, 5, 7};</a:t>
            </a:r>
          </a:p>
          <a:p>
            <a:pPr lvl="3" eaLnBrk="1" hangingPunct="1">
              <a:spcBef>
                <a:spcPct val="0"/>
              </a:spcBef>
              <a:buClrTx/>
              <a:buSzTx/>
            </a:pPr>
            <a:r>
              <a:rPr lang="fr-FR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 T2[4] = {2, 3, 5, 7};</a:t>
            </a:r>
          </a:p>
          <a:p>
            <a:pPr lvl="3" eaLnBrk="1" hangingPunct="1">
              <a:spcBef>
                <a:spcPct val="0"/>
              </a:spcBef>
              <a:buClrTx/>
              <a:buSzTx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if (T1 == T2)</a:t>
            </a:r>
          </a:p>
          <a:p>
            <a:pPr lvl="3" eaLnBrk="1" hangingPunct="1">
              <a:spcBef>
                <a:spcPct val="0"/>
              </a:spcBef>
              <a:buClrTx/>
              <a:buSzTx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 ("Tableaux identiques.");</a:t>
            </a:r>
          </a:p>
          <a:p>
            <a:pPr lvl="3" eaLnBrk="1" hangingPunct="1">
              <a:spcBef>
                <a:spcPct val="0"/>
              </a:spcBef>
              <a:buClrTx/>
              <a:buSzTx/>
            </a:pPr>
            <a:r>
              <a:rPr lang="fr-FR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spcBef>
                <a:spcPct val="0"/>
              </a:spcBef>
              <a:buClrTx/>
              <a:buSzTx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 ("Tableaux différents.");</a:t>
            </a:r>
          </a:p>
        </p:txBody>
      </p:sp>
      <p:grpSp>
        <p:nvGrpSpPr>
          <p:cNvPr id="4" name="Group 21"/>
          <p:cNvGrpSpPr/>
          <p:nvPr/>
        </p:nvGrpSpPr>
        <p:grpSpPr bwMode="auto">
          <a:xfrm>
            <a:off x="1943100" y="4419600"/>
            <a:ext cx="3886200" cy="1981200"/>
            <a:chOff x="672" y="2784"/>
            <a:chExt cx="3264" cy="1248"/>
          </a:xfrm>
        </p:grpSpPr>
        <p:grpSp>
          <p:nvGrpSpPr>
            <p:cNvPr id="5" name="Group 14"/>
            <p:cNvGrpSpPr/>
            <p:nvPr/>
          </p:nvGrpSpPr>
          <p:grpSpPr bwMode="auto">
            <a:xfrm>
              <a:off x="672" y="3072"/>
              <a:ext cx="624" cy="672"/>
              <a:chOff x="3216" y="1392"/>
              <a:chExt cx="624" cy="672"/>
            </a:xfrm>
          </p:grpSpPr>
          <p:sp>
            <p:nvSpPr>
              <p:cNvPr id="8203" name="Oval 15"/>
              <p:cNvSpPr>
                <a:spLocks noChangeArrowheads="1"/>
              </p:cNvSpPr>
              <p:nvPr/>
            </p:nvSpPr>
            <p:spPr bwMode="auto">
              <a:xfrm>
                <a:off x="3216" y="1392"/>
                <a:ext cx="624" cy="67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fr-FR"/>
              </a:p>
            </p:txBody>
          </p:sp>
          <p:sp>
            <p:nvSpPr>
              <p:cNvPr id="8204" name="Oval 16"/>
              <p:cNvSpPr>
                <a:spLocks noChangeArrowheads="1"/>
              </p:cNvSpPr>
              <p:nvPr/>
            </p:nvSpPr>
            <p:spPr bwMode="auto">
              <a:xfrm>
                <a:off x="3270" y="1450"/>
                <a:ext cx="516" cy="55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fr-FR"/>
              </a:p>
            </p:txBody>
          </p:sp>
          <p:sp>
            <p:nvSpPr>
              <p:cNvPr id="8205" name="Rectangle 17"/>
              <p:cNvSpPr>
                <a:spLocks noChangeArrowheads="1"/>
              </p:cNvSpPr>
              <p:nvPr/>
            </p:nvSpPr>
            <p:spPr bwMode="auto">
              <a:xfrm>
                <a:off x="3325" y="1684"/>
                <a:ext cx="406" cy="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fr-FR"/>
              </a:p>
            </p:txBody>
          </p:sp>
        </p:grpSp>
        <p:sp>
          <p:nvSpPr>
            <p:cNvPr id="8201" name="Line 18"/>
            <p:cNvSpPr>
              <a:spLocks noChangeShapeType="1"/>
            </p:cNvSpPr>
            <p:nvPr/>
          </p:nvSpPr>
          <p:spPr bwMode="auto">
            <a:xfrm>
              <a:off x="1392" y="2784"/>
              <a:ext cx="2544" cy="12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/>
            </a:p>
          </p:txBody>
        </p:sp>
        <p:sp>
          <p:nvSpPr>
            <p:cNvPr id="8202" name="Line 19"/>
            <p:cNvSpPr>
              <a:spLocks noChangeShapeType="1"/>
            </p:cNvSpPr>
            <p:nvPr/>
          </p:nvSpPr>
          <p:spPr bwMode="auto">
            <a:xfrm flipH="1">
              <a:off x="1392" y="2784"/>
              <a:ext cx="2544" cy="1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3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3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93" grpId="0" animBg="1" autoUpdateAnimBg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(4:3)</PresentationFormat>
  <Slides>10</Slides>
  <Notes>9</Notes>
  <HiddenSlides>0</HiddenSlide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Thème Office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Règles à retenir Attention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Hazar Chaabani</dc:creator>
  <cp:revision>2</cp:revision>
  <dcterms:created xsi:type="dcterms:W3CDTF">2017-09-09T12:22:00Z</dcterms:created>
  <dcterms:modified xsi:type="dcterms:W3CDTF">2025-06-28T20:39:13Z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1036-11.2.0.11341</vt:lpwstr>
  </property>
  <property fmtid="{D5CDD505-2E9C-101B-9397-08002B2CF9AE}" pid="3" name="ICV">
    <vt:lpwstr>DEF733767FE24D29B57AEE439E5DE4A5</vt:lpwstr>
  </property>
</Properties>
</file>