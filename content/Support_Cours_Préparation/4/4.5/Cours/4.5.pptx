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"/>
  </p:notesMasterIdLst>
  <p:sldIdLst>
    <p:sldId id="293" r:id="rId3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24D3F-B4B2-345F-DD92-F5579CEB7814}" v="10" dt="2025-06-28T20:38:51.700"/>
    <p1510:client id="{D81C7BD6-8538-3925-0F29-BB92CB0D9E5B}" v="14" dt="2025-06-28T20:23:58.12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82"/>
        <p:guide pos="291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56"/>
        <p:guide pos="22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el boughattas" userId="S::naouel.boughattas@esprit.tn::2a5ccfa1-3036-49a9-9a37-8d29c52ac4f0" providerId="AD" clId="Web-{95924D3F-B4B2-345F-DD92-F5579CEB7814}"/>
    <pc:docChg chg="delSld">
      <pc:chgData name="naouel boughattas" userId="S::naouel.boughattas@esprit.tn::2a5ccfa1-3036-49a9-9a37-8d29c52ac4f0" providerId="AD" clId="Web-{95924D3F-B4B2-345F-DD92-F5579CEB7814}" dt="2025-06-28T20:38:51.700" v="9"/>
      <pc:docMkLst>
        <pc:docMk/>
      </pc:docMkLst>
      <pc:sldChg chg="del">
        <pc:chgData name="naouel boughattas" userId="S::naouel.boughattas@esprit.tn::2a5ccfa1-3036-49a9-9a37-8d29c52ac4f0" providerId="AD" clId="Web-{95924D3F-B4B2-345F-DD92-F5579CEB7814}" dt="2025-06-28T20:38:50.778" v="8"/>
        <pc:sldMkLst>
          <pc:docMk/>
          <pc:sldMk cId="0" sldId="294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51.700" v="9"/>
        <pc:sldMkLst>
          <pc:docMk/>
          <pc:sldMk cId="0" sldId="295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3.793" v="0"/>
        <pc:sldMkLst>
          <pc:docMk/>
          <pc:sldMk cId="0" sldId="359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5.199" v="1"/>
        <pc:sldMkLst>
          <pc:docMk/>
          <pc:sldMk cId="0" sldId="381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6.028" v="2"/>
        <pc:sldMkLst>
          <pc:docMk/>
          <pc:sldMk cId="0" sldId="382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6.528" v="3"/>
        <pc:sldMkLst>
          <pc:docMk/>
          <pc:sldMk cId="0" sldId="383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7.465" v="4"/>
        <pc:sldMkLst>
          <pc:docMk/>
          <pc:sldMk cId="0" sldId="384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8.059" v="5"/>
        <pc:sldMkLst>
          <pc:docMk/>
          <pc:sldMk cId="0" sldId="385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9.246" v="6"/>
        <pc:sldMkLst>
          <pc:docMk/>
          <pc:sldMk cId="0" sldId="386"/>
        </pc:sldMkLst>
      </pc:sldChg>
      <pc:sldChg chg="del">
        <pc:chgData name="naouel boughattas" userId="S::naouel.boughattas@esprit.tn::2a5ccfa1-3036-49a9-9a37-8d29c52ac4f0" providerId="AD" clId="Web-{95924D3F-B4B2-345F-DD92-F5579CEB7814}" dt="2025-06-28T20:38:49.715" v="7"/>
        <pc:sldMkLst>
          <pc:docMk/>
          <pc:sldMk cId="0" sldId="388"/>
        </pc:sldMkLst>
      </pc:sldChg>
    </pc:docChg>
  </pc:docChgLst>
  <pc:docChgLst>
    <pc:chgData name="naouel boughattas" userId="S::naouel.boughattas@esprit.tn::2a5ccfa1-3036-49a9-9a37-8d29c52ac4f0" providerId="AD" clId="Web-{D81C7BD6-8538-3925-0F29-BB92CB0D9E5B}"/>
    <pc:docChg chg="addSld delSld">
      <pc:chgData name="naouel boughattas" userId="S::naouel.boughattas@esprit.tn::2a5ccfa1-3036-49a9-9a37-8d29c52ac4f0" providerId="AD" clId="Web-{D81C7BD6-8538-3925-0F29-BB92CB0D9E5B}" dt="2025-06-28T20:23:58.121" v="12"/>
      <pc:docMkLst>
        <pc:docMk/>
      </pc:docMkLst>
      <pc:sldChg chg="add del">
        <pc:chgData name="naouel boughattas" userId="S::naouel.boughattas@esprit.tn::2a5ccfa1-3036-49a9-9a37-8d29c52ac4f0" providerId="AD" clId="Web-{D81C7BD6-8538-3925-0F29-BB92CB0D9E5B}" dt="2025-06-28T20:23:54.902" v="9"/>
        <pc:sldMkLst>
          <pc:docMk/>
          <pc:sldMk cId="0" sldId="288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5.980" v="10"/>
        <pc:sldMkLst>
          <pc:docMk/>
          <pc:sldMk cId="0" sldId="289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7.074" v="11"/>
        <pc:sldMkLst>
          <pc:docMk/>
          <pc:sldMk cId="0" sldId="290"/>
        </pc:sldMkLst>
      </pc:sldChg>
      <pc:sldChg chg="del">
        <pc:chgData name="naouel boughattas" userId="S::naouel.boughattas@esprit.tn::2a5ccfa1-3036-49a9-9a37-8d29c52ac4f0" providerId="AD" clId="Web-{D81C7BD6-8538-3925-0F29-BB92CB0D9E5B}" dt="2025-06-28T20:23:58.121" v="12"/>
        <pc:sldMkLst>
          <pc:docMk/>
          <pc:sldMk cId="0" sldId="291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2.371" v="8"/>
        <pc:sldMkLst>
          <pc:docMk/>
          <pc:sldMk cId="0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Recherche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584" y="1196752"/>
            <a:ext cx="777686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Recherche et affichage des notes inférieures à 10: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affichage </a:t>
            </a: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331640" y="483924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Connecteur droit avec flèche 10"/>
          <p:cNvCxnSpPr/>
          <p:nvPr/>
        </p:nvCxnSpPr>
        <p:spPr>
          <a:xfrm>
            <a:off x="1763688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>
            <a:off x="2339752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2915816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3491880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4067944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716016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5292080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5868144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6444208" y="42631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2483768" y="3975152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Afficher 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563888" y="3955407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Afficher 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4283968" y="3955407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Afficher 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588224" y="3975152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>
                <a:latin typeface="Times New Roman" panose="02020603050405020304" pitchFamily="18" charset="0"/>
                <a:cs typeface="Times New Roman" panose="02020603050405020304" pitchFamily="18" charset="0"/>
              </a:rPr>
              <a:t>Afficher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023 L 0.07083 0.0004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2" grpId="0"/>
      <p:bldP spid="22" grpId="1"/>
      <p:bldP spid="23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1</Slides>
  <Notes>1</Notes>
  <HiddenSlides>0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revision>3</cp:revision>
  <dcterms:created xsi:type="dcterms:W3CDTF">2017-09-09T12:22:00Z</dcterms:created>
  <dcterms:modified xsi:type="dcterms:W3CDTF">2025-06-28T20:38:54Z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