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4"/>
  </p:notesMasterIdLst>
  <p:sldIdLst>
    <p:sldId id="294" r:id="rId3"/>
  </p:sldIdLst>
  <p:sldSz cx="9144000" cy="6858000" type="screen4x3"/>
  <p:notesSz cx="7102475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>
          <p15:clr>
            <a:srgbClr val="A4A3A4"/>
          </p15:clr>
        </p15:guide>
        <p15:guide id="2" pos="2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56">
          <p15:clr>
            <a:srgbClr val="A4A3A4"/>
          </p15:clr>
        </p15:guide>
        <p15:guide id="2" pos="22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21804F-548E-DD1E-888F-787FFB2A915C}" v="1" dt="2025-06-28T20:39:12.484"/>
    <p1510:client id="{1F94F0DD-4224-0C19-3593-4EBF6FEFE82B}" v="3" dt="2025-06-28T21:25:02.502"/>
    <p1510:client id="{56C43A45-F4E4-29A5-1BD1-D4CD975FE8FE}" v="1" dt="2025-06-28T21:19:48.206"/>
    <p1510:client id="{C62F9016-7BCB-BBF5-41D2-89A64F46F883}" v="5" dt="2025-06-28T21:24:44.808"/>
    <p1510:client id="{D81C7BD6-8538-3925-0F29-BB92CB0D9E5B}" v="14" dt="2025-06-28T20:23:58.121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82"/>
        <p:guide pos="2916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56"/>
        <p:guide pos="226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C21804F-548E-DD1E-888F-787FFB2A915C}"/>
    <pc:docChg chg="delSld">
      <pc:chgData name="" userId="" providerId="" clId="Web-{0C21804F-548E-DD1E-888F-787FFB2A915C}" dt="2025-06-28T20:39:12.484" v="0"/>
      <pc:docMkLst>
        <pc:docMk/>
      </pc:docMkLst>
      <pc:sldChg chg="del">
        <pc:chgData name="" userId="" providerId="" clId="Web-{0C21804F-548E-DD1E-888F-787FFB2A915C}" dt="2025-06-28T20:39:12.484" v="0"/>
        <pc:sldMkLst>
          <pc:docMk/>
          <pc:sldMk cId="0" sldId="293"/>
        </pc:sldMkLst>
      </pc:sldChg>
    </pc:docChg>
  </pc:docChgLst>
  <pc:docChgLst>
    <pc:chgData name="naouel boughattas" userId="S::naouel.boughattas@esprit.tn::2a5ccfa1-3036-49a9-9a37-8d29c52ac4f0" providerId="AD" clId="Web-{C62F9016-7BCB-BBF5-41D2-89A64F46F883}"/>
    <pc:docChg chg="delSld">
      <pc:chgData name="naouel boughattas" userId="S::naouel.boughattas@esprit.tn::2a5ccfa1-3036-49a9-9a37-8d29c52ac4f0" providerId="AD" clId="Web-{C62F9016-7BCB-BBF5-41D2-89A64F46F883}" dt="2025-06-28T21:24:44.808" v="2"/>
      <pc:docMkLst>
        <pc:docMk/>
      </pc:docMkLst>
      <pc:sldChg chg="del">
        <pc:chgData name="naouel boughattas" userId="S::naouel.boughattas@esprit.tn::2a5ccfa1-3036-49a9-9a37-8d29c52ac4f0" providerId="AD" clId="Web-{C62F9016-7BCB-BBF5-41D2-89A64F46F883}" dt="2025-06-28T21:23:20.213" v="0"/>
        <pc:sldMkLst>
          <pc:docMk/>
          <pc:sldMk cId="0" sldId="382"/>
        </pc:sldMkLst>
      </pc:sldChg>
      <pc:sldChg chg="del">
        <pc:chgData name="naouel boughattas" userId="S::naouel.boughattas@esprit.tn::2a5ccfa1-3036-49a9-9a37-8d29c52ac4f0" providerId="AD" clId="Web-{C62F9016-7BCB-BBF5-41D2-89A64F46F883}" dt="2025-06-28T21:24:41.949" v="1"/>
        <pc:sldMkLst>
          <pc:docMk/>
          <pc:sldMk cId="0" sldId="383"/>
        </pc:sldMkLst>
      </pc:sldChg>
      <pc:sldChg chg="del">
        <pc:chgData name="naouel boughattas" userId="S::naouel.boughattas@esprit.tn::2a5ccfa1-3036-49a9-9a37-8d29c52ac4f0" providerId="AD" clId="Web-{C62F9016-7BCB-BBF5-41D2-89A64F46F883}" dt="2025-06-28T21:24:44.808" v="2"/>
        <pc:sldMkLst>
          <pc:docMk/>
          <pc:sldMk cId="0" sldId="385"/>
        </pc:sldMkLst>
      </pc:sldChg>
    </pc:docChg>
  </pc:docChgLst>
  <pc:docChgLst>
    <pc:chgData name="naouel boughattas" userId="S::naouel.boughattas@esprit.tn::2a5ccfa1-3036-49a9-9a37-8d29c52ac4f0" providerId="AD" clId="Web-{D81C7BD6-8538-3925-0F29-BB92CB0D9E5B}"/>
    <pc:docChg chg="addSld delSld">
      <pc:chgData name="naouel boughattas" userId="S::naouel.boughattas@esprit.tn::2a5ccfa1-3036-49a9-9a37-8d29c52ac4f0" providerId="AD" clId="Web-{D81C7BD6-8538-3925-0F29-BB92CB0D9E5B}" dt="2025-06-28T20:23:58.121" v="12"/>
      <pc:docMkLst>
        <pc:docMk/>
      </pc:docMkLst>
      <pc:sldChg chg="add del">
        <pc:chgData name="naouel boughattas" userId="S::naouel.boughattas@esprit.tn::2a5ccfa1-3036-49a9-9a37-8d29c52ac4f0" providerId="AD" clId="Web-{D81C7BD6-8538-3925-0F29-BB92CB0D9E5B}" dt="2025-06-28T20:23:54.902" v="9"/>
        <pc:sldMkLst>
          <pc:docMk/>
          <pc:sldMk cId="0" sldId="288"/>
        </pc:sldMkLst>
      </pc:sldChg>
      <pc:sldChg chg="add del">
        <pc:chgData name="naouel boughattas" userId="S::naouel.boughattas@esprit.tn::2a5ccfa1-3036-49a9-9a37-8d29c52ac4f0" providerId="AD" clId="Web-{D81C7BD6-8538-3925-0F29-BB92CB0D9E5B}" dt="2025-06-28T20:23:55.980" v="10"/>
        <pc:sldMkLst>
          <pc:docMk/>
          <pc:sldMk cId="0" sldId="289"/>
        </pc:sldMkLst>
      </pc:sldChg>
      <pc:sldChg chg="add del">
        <pc:chgData name="naouel boughattas" userId="S::naouel.boughattas@esprit.tn::2a5ccfa1-3036-49a9-9a37-8d29c52ac4f0" providerId="AD" clId="Web-{D81C7BD6-8538-3925-0F29-BB92CB0D9E5B}" dt="2025-06-28T20:23:57.074" v="11"/>
        <pc:sldMkLst>
          <pc:docMk/>
          <pc:sldMk cId="0" sldId="290"/>
        </pc:sldMkLst>
      </pc:sldChg>
      <pc:sldChg chg="del">
        <pc:chgData name="naouel boughattas" userId="S::naouel.boughattas@esprit.tn::2a5ccfa1-3036-49a9-9a37-8d29c52ac4f0" providerId="AD" clId="Web-{D81C7BD6-8538-3925-0F29-BB92CB0D9E5B}" dt="2025-06-28T20:23:58.121" v="12"/>
        <pc:sldMkLst>
          <pc:docMk/>
          <pc:sldMk cId="0" sldId="291"/>
        </pc:sldMkLst>
      </pc:sldChg>
      <pc:sldChg chg="add del">
        <pc:chgData name="naouel boughattas" userId="S::naouel.boughattas@esprit.tn::2a5ccfa1-3036-49a9-9a37-8d29c52ac4f0" providerId="AD" clId="Web-{D81C7BD6-8538-3925-0F29-BB92CB0D9E5B}" dt="2025-06-28T20:23:52.371" v="8"/>
        <pc:sldMkLst>
          <pc:docMk/>
          <pc:sldMk cId="0" sldId="292"/>
        </pc:sldMkLst>
      </pc:sldChg>
    </pc:docChg>
  </pc:docChgLst>
  <pc:docChgLst>
    <pc:chgData clId="Web-{56C43A45-F4E4-29A5-1BD1-D4CD975FE8FE}"/>
    <pc:docChg chg="delSld">
      <pc:chgData name="" userId="" providerId="" clId="Web-{56C43A45-F4E4-29A5-1BD1-D4CD975FE8FE}" dt="2025-06-28T21:19:48.206" v="0"/>
      <pc:docMkLst>
        <pc:docMk/>
      </pc:docMkLst>
      <pc:sldChg chg="del">
        <pc:chgData name="" userId="" providerId="" clId="Web-{56C43A45-F4E4-29A5-1BD1-D4CD975FE8FE}" dt="2025-06-28T21:19:48.206" v="0"/>
        <pc:sldMkLst>
          <pc:docMk/>
          <pc:sldMk cId="0" sldId="295"/>
        </pc:sldMkLst>
      </pc:sldChg>
    </pc:docChg>
  </pc:docChgLst>
  <pc:docChgLst>
    <pc:chgData clId="Web-{C62F9016-7BCB-BBF5-41D2-89A64F46F883}"/>
    <pc:docChg chg="delSld">
      <pc:chgData name="" userId="" providerId="" clId="Web-{C62F9016-7BCB-BBF5-41D2-89A64F46F883}" dt="2025-06-28T21:23:18.041" v="1"/>
      <pc:docMkLst>
        <pc:docMk/>
      </pc:docMkLst>
      <pc:sldChg chg="del">
        <pc:chgData name="" userId="" providerId="" clId="Web-{C62F9016-7BCB-BBF5-41D2-89A64F46F883}" dt="2025-06-28T21:23:15.572" v="0"/>
        <pc:sldMkLst>
          <pc:docMk/>
          <pc:sldMk cId="0" sldId="359"/>
        </pc:sldMkLst>
      </pc:sldChg>
      <pc:sldChg chg="del">
        <pc:chgData name="" userId="" providerId="" clId="Web-{C62F9016-7BCB-BBF5-41D2-89A64F46F883}" dt="2025-06-28T21:23:18.041" v="1"/>
        <pc:sldMkLst>
          <pc:docMk/>
          <pc:sldMk cId="0" sldId="381"/>
        </pc:sldMkLst>
      </pc:sldChg>
    </pc:docChg>
  </pc:docChgLst>
  <pc:docChgLst>
    <pc:chgData name="naouel boughattas" userId="S::naouel.boughattas@esprit.tn::2a5ccfa1-3036-49a9-9a37-8d29c52ac4f0" providerId="AD" clId="Web-{1F94F0DD-4224-0C19-3593-4EBF6FEFE82B}"/>
    <pc:docChg chg="delSld">
      <pc:chgData name="naouel boughattas" userId="S::naouel.boughattas@esprit.tn::2a5ccfa1-3036-49a9-9a37-8d29c52ac4f0" providerId="AD" clId="Web-{1F94F0DD-4224-0C19-3593-4EBF6FEFE82B}" dt="2025-06-28T21:25:02.502" v="2"/>
      <pc:docMkLst>
        <pc:docMk/>
      </pc:docMkLst>
      <pc:sldChg chg="del">
        <pc:chgData name="naouel boughattas" userId="S::naouel.boughattas@esprit.tn::2a5ccfa1-3036-49a9-9a37-8d29c52ac4f0" providerId="AD" clId="Web-{1F94F0DD-4224-0C19-3593-4EBF6FEFE82B}" dt="2025-06-28T21:24:54.439" v="0"/>
        <pc:sldMkLst>
          <pc:docMk/>
          <pc:sldMk cId="0" sldId="384"/>
        </pc:sldMkLst>
      </pc:sldChg>
      <pc:sldChg chg="del">
        <pc:chgData name="naouel boughattas" userId="S::naouel.boughattas@esprit.tn::2a5ccfa1-3036-49a9-9a37-8d29c52ac4f0" providerId="AD" clId="Web-{1F94F0DD-4224-0C19-3593-4EBF6FEFE82B}" dt="2025-06-28T21:24:56.502" v="1"/>
        <pc:sldMkLst>
          <pc:docMk/>
          <pc:sldMk cId="0" sldId="386"/>
        </pc:sldMkLst>
      </pc:sldChg>
      <pc:sldChg chg="del">
        <pc:chgData name="naouel boughattas" userId="S::naouel.boughattas@esprit.tn::2a5ccfa1-3036-49a9-9a37-8d29c52ac4f0" providerId="AD" clId="Web-{1F94F0DD-4224-0C19-3593-4EBF6FEFE82B}" dt="2025-06-28T21:25:02.502" v="2"/>
        <pc:sldMkLst>
          <pc:docMk/>
          <pc:sldMk cId="0" sldId="3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  <a:t>28/06/2025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4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t>28/06/2025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t>28/06/2025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t>28/06/2025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1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457200" y="100010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1547664" y="4570328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Connecteur droit avec flèche 12"/>
          <p:cNvCxnSpPr/>
          <p:nvPr/>
        </p:nvCxnSpPr>
        <p:spPr>
          <a:xfrm>
            <a:off x="1979712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2555776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3131840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3707904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4283968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>
            <a:off x="4932040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roix 18"/>
          <p:cNvSpPr/>
          <p:nvPr/>
        </p:nvSpPr>
        <p:spPr>
          <a:xfrm rot="2485752">
            <a:off x="4563127" y="4495833"/>
            <a:ext cx="614165" cy="579202"/>
          </a:xfrm>
          <a:prstGeom prst="plus">
            <a:avLst>
              <a:gd name="adj" fmla="val 4493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20" name="Flèche courbée vers le bas 19"/>
          <p:cNvSpPr/>
          <p:nvPr/>
        </p:nvSpPr>
        <p:spPr>
          <a:xfrm>
            <a:off x="4788024" y="4005064"/>
            <a:ext cx="864096" cy="504056"/>
          </a:xfrm>
          <a:prstGeom prst="curvedDownArrow">
            <a:avLst>
              <a:gd name="adj1" fmla="val 25000"/>
              <a:gd name="adj2" fmla="val 37950"/>
              <a:gd name="adj3" fmla="val 28503"/>
            </a:avLst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4716016" y="458112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dk1"/>
                </a:solidFill>
              </a:rPr>
              <a:t>0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5292080" y="45718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dk1"/>
                </a:solidFill>
              </a:rPr>
              <a:t>15</a:t>
            </a:r>
          </a:p>
        </p:txBody>
      </p:sp>
      <p:sp>
        <p:nvSpPr>
          <p:cNvPr id="23" name="Flèche courbée vers le bas 22"/>
          <p:cNvSpPr/>
          <p:nvPr/>
        </p:nvSpPr>
        <p:spPr>
          <a:xfrm>
            <a:off x="5436096" y="4029366"/>
            <a:ext cx="864096" cy="504056"/>
          </a:xfrm>
          <a:prstGeom prst="curvedDownArrow">
            <a:avLst>
              <a:gd name="adj1" fmla="val 25000"/>
              <a:gd name="adj2" fmla="val 37950"/>
              <a:gd name="adj3" fmla="val 28503"/>
            </a:avLst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5868144" y="45828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dk1"/>
                </a:solidFill>
              </a:rPr>
              <a:t>12</a:t>
            </a:r>
            <a:endParaRPr lang="fr-FR"/>
          </a:p>
        </p:txBody>
      </p:sp>
      <p:sp>
        <p:nvSpPr>
          <p:cNvPr id="25" name="ZoneTexte 24"/>
          <p:cNvSpPr txBox="1"/>
          <p:nvPr/>
        </p:nvSpPr>
        <p:spPr>
          <a:xfrm>
            <a:off x="6444208" y="4581128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b="1">
                <a:solidFill>
                  <a:prstClr val="black"/>
                </a:solidFill>
              </a:rPr>
              <a:t>14</a:t>
            </a:r>
          </a:p>
        </p:txBody>
      </p:sp>
      <p:sp>
        <p:nvSpPr>
          <p:cNvPr id="26" name="Flèche courbée vers le bas 25"/>
          <p:cNvSpPr/>
          <p:nvPr/>
        </p:nvSpPr>
        <p:spPr>
          <a:xfrm>
            <a:off x="5940152" y="4020966"/>
            <a:ext cx="864096" cy="504056"/>
          </a:xfrm>
          <a:prstGeom prst="curvedDownArrow">
            <a:avLst>
              <a:gd name="adj1" fmla="val 25000"/>
              <a:gd name="adj2" fmla="val 37950"/>
              <a:gd name="adj3" fmla="val 28503"/>
            </a:avLst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7" name="Flèche courbée vers le bas 26"/>
          <p:cNvSpPr/>
          <p:nvPr/>
        </p:nvSpPr>
        <p:spPr>
          <a:xfrm>
            <a:off x="6588224" y="4028917"/>
            <a:ext cx="864096" cy="504056"/>
          </a:xfrm>
          <a:prstGeom prst="curvedDownArrow">
            <a:avLst>
              <a:gd name="adj1" fmla="val 25000"/>
              <a:gd name="adj2" fmla="val 37950"/>
              <a:gd name="adj3" fmla="val 28503"/>
            </a:avLst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7092280" y="45811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b="1">
                <a:solidFill>
                  <a:prstClr val="black"/>
                </a:solidFill>
              </a:rPr>
              <a:t>9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7092280" y="45811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b="1">
                <a:solidFill>
                  <a:prstClr val="black"/>
                </a:solidFill>
              </a:rPr>
              <a:t>9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7884368" y="5028271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n=10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7884368" y="5013176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n=9</a:t>
            </a:r>
          </a:p>
        </p:txBody>
      </p:sp>
      <p:cxnSp>
        <p:nvCxnSpPr>
          <p:cNvPr id="32" name="Connecteur droit avec flèche 31"/>
          <p:cNvCxnSpPr/>
          <p:nvPr/>
        </p:nvCxnSpPr>
        <p:spPr>
          <a:xfrm>
            <a:off x="4932040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/>
          <p:nvPr/>
        </p:nvCxnSpPr>
        <p:spPr>
          <a:xfrm>
            <a:off x="5508104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/>
          <p:nvPr/>
        </p:nvCxnSpPr>
        <p:spPr>
          <a:xfrm>
            <a:off x="6084168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 flipV="1">
            <a:off x="7020272" y="3933056"/>
            <a:ext cx="0" cy="12961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1907704" y="1268760"/>
            <a:ext cx="6048672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Suppression de la valeur 0: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Parcours 1: chercher l’indice de la case contenant 0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Parcours 2: décaler les cases qui suivent la case trouvée dans 1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 de la taille du tableau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2843" y="629064"/>
            <a:ext cx="74575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Suppression  d’un élément dans le tableau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0.00023 L 0.07083 0.0004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601 L -0.06684 0.00254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" y="-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82 0.00439 L -0.05903 0.00439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64 4.83229E-6 L -0.06702 0.00462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2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48 0.00139 L -0.05955 -1.58455E-6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" y="-1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0" grpId="1" animBg="1"/>
      <p:bldP spid="21" grpId="0"/>
      <p:bldP spid="22" grpId="0"/>
      <p:bldP spid="23" grpId="0" animBg="1"/>
      <p:bldP spid="23" grpId="1" animBg="1"/>
      <p:bldP spid="24" grpId="0"/>
      <p:bldP spid="25" grpId="0"/>
      <p:bldP spid="26" grpId="0" animBg="1"/>
      <p:bldP spid="26" grpId="1" animBg="1"/>
      <p:bldP spid="27" grpId="0" animBg="1"/>
      <p:bldP spid="27" grpId="1" animBg="1"/>
      <p:bldP spid="28" grpId="0"/>
      <p:bldP spid="29" grpId="0"/>
      <p:bldP spid="30" grpId="0"/>
      <p:bldP spid="31" grpId="0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(4:3)</PresentationFormat>
  <Slides>1</Slides>
  <Notes>1</Notes>
  <HiddenSlides>0</HiddenSlide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Hazar Chaabani</dc:creator>
  <cp:revision>10</cp:revision>
  <dcterms:created xsi:type="dcterms:W3CDTF">2017-09-09T12:22:00Z</dcterms:created>
  <dcterms:modified xsi:type="dcterms:W3CDTF">2025-06-28T21:25:04Z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1036-11.2.0.11341</vt:lpwstr>
  </property>
  <property fmtid="{D5CDD505-2E9C-101B-9397-08002B2CF9AE}" pid="3" name="ICV">
    <vt:lpwstr>DEF733767FE24D29B57AEE439E5DE4A5</vt:lpwstr>
  </property>
</Properties>
</file>