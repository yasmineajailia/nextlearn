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91" r:id="rId2"/>
    <p:sldId id="293" r:id="rId3"/>
    <p:sldId id="295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325" r:id="rId33"/>
    <p:sldId id="327" r:id="rId34"/>
    <p:sldId id="505" r:id="rId35"/>
    <p:sldId id="506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9CED96-068A-4274-8614-CE8858D45159}" type="datetimeFigureOut">
              <a:rPr lang="fr-FR" smtClean="0"/>
              <a:t>28/06/2025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DBC96-224C-4F47-B1D0-6020CB55D1D9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fr-FR" altLang="en-US"/>
              <a:t>Tri croissant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397250" y="1845310"/>
            <a:ext cx="8962390" cy="2204085"/>
          </a:xfrm>
        </p:spPr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 à bulles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4"/>
          <p:cNvSpPr txBox="1"/>
          <p:nvPr/>
        </p:nvSpPr>
        <p:spPr>
          <a:xfrm>
            <a:off x="708025" y="866140"/>
            <a:ext cx="1124521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Principe </a:t>
            </a:r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Soit T un tableau d'entiers. Le tri à bulles consiste à :</a:t>
            </a:r>
          </a:p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1). Comparer, deux à deux, les éléments consécutifs d'un tableau ( T[i] et T[i+1]).</a:t>
            </a:r>
          </a:p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2). Effectuer une permutation si T[i] &gt; T[i+1].</a:t>
            </a:r>
          </a:p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3). On continue de trier jusqu'à ce qu'il n'y ait plus de permutation.</a:t>
            </a:r>
          </a:p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C de l'algorithme tri à Bulles</a:t>
            </a:r>
          </a:p>
          <a:p>
            <a:endParaRPr lang="fr-FR" altLang="en-US" sz="2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 de texte 4"/>
          <p:cNvSpPr txBox="1"/>
          <p:nvPr/>
        </p:nvSpPr>
        <p:spPr>
          <a:xfrm>
            <a:off x="723265" y="821690"/>
            <a:ext cx="11245215" cy="63696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r>
              <a:rPr lang="fr-FR" sz="24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initialement pas de permutation</a:t>
            </a:r>
            <a:endParaRPr lang="fr-FR" sz="2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  <a:r>
              <a:rPr lang="fr-FR" sz="24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on a fait une permutation</a:t>
            </a: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2             6                5              0               3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1ère itération de la boucle do .. while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4182745" y="258254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3620770" y="31280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2 &gt;  6?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362077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2             6                5              0               3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5329555" y="258254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4618355" y="317309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6 &gt;  5?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461835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1ère itération de la boucle do .. while</a:t>
            </a:r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2             6                5              0               3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5329555" y="258254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4618355" y="317309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6 &gt;  5?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461835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4951730" y="1188720"/>
            <a:ext cx="2045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rgbClr val="FFC000"/>
                </a:solidFill>
              </a:rPr>
              <a:t>Permutation</a:t>
            </a:r>
          </a:p>
        </p:txBody>
      </p:sp>
      <p:sp>
        <p:nvSpPr>
          <p:cNvPr id="17" name="Arc plein 16"/>
          <p:cNvSpPr/>
          <p:nvPr/>
        </p:nvSpPr>
        <p:spPr>
          <a:xfrm>
            <a:off x="4370705" y="1557020"/>
            <a:ext cx="1492250" cy="669290"/>
          </a:xfrm>
          <a:prstGeom prst="blockArc">
            <a:avLst>
              <a:gd name="adj1" fmla="val 10682609"/>
              <a:gd name="adj2" fmla="val 107371"/>
              <a:gd name="adj3" fmla="val 1275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5" name="Zone de texte 14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1ère itération de la boucle do .. while</a:t>
            </a:r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2             5                6             0               3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5329555" y="258254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4618355" y="317309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6 &gt;  5?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461835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4951730" y="1188720"/>
            <a:ext cx="2045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rgbClr val="FFC000"/>
                </a:solidFill>
              </a:rPr>
              <a:t>Permutation</a:t>
            </a:r>
          </a:p>
        </p:txBody>
      </p:sp>
      <p:sp>
        <p:nvSpPr>
          <p:cNvPr id="17" name="Arc plein 16"/>
          <p:cNvSpPr/>
          <p:nvPr/>
        </p:nvSpPr>
        <p:spPr>
          <a:xfrm>
            <a:off x="4371340" y="1557020"/>
            <a:ext cx="1492250" cy="669290"/>
          </a:xfrm>
          <a:prstGeom prst="blockArc">
            <a:avLst>
              <a:gd name="adj1" fmla="val 10682609"/>
              <a:gd name="adj2" fmla="val 107371"/>
              <a:gd name="adj3" fmla="val 1275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5" name="Zone de texte 14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1ère itération de la boucle do .. while</a:t>
            </a:r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2             5                6             0               3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6476365" y="257111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5734685" y="311277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6 &gt;  0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573468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1ère itération de la boucle do .. while</a:t>
            </a:r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2             5                6             0               3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6476365" y="257111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5734685" y="311277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6 &gt;  0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573468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5901690" y="1188720"/>
            <a:ext cx="2045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rgbClr val="FFC000"/>
                </a:solidFill>
              </a:rPr>
              <a:t>Permutation</a:t>
            </a:r>
          </a:p>
        </p:txBody>
      </p:sp>
      <p:sp>
        <p:nvSpPr>
          <p:cNvPr id="17" name="Arc plein 16"/>
          <p:cNvSpPr/>
          <p:nvPr/>
        </p:nvSpPr>
        <p:spPr>
          <a:xfrm>
            <a:off x="5321300" y="1557020"/>
            <a:ext cx="1492250" cy="669290"/>
          </a:xfrm>
          <a:prstGeom prst="blockArc">
            <a:avLst>
              <a:gd name="adj1" fmla="val 10682609"/>
              <a:gd name="adj2" fmla="val 107371"/>
              <a:gd name="adj3" fmla="val 1275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5" name="Zone de texte 14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1ère itération de la boucle do .. while</a:t>
            </a:r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2             5                0             6               3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6476365" y="257111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5734685" y="311277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6 &gt;  0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573468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5901690" y="1188720"/>
            <a:ext cx="2045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rgbClr val="FFC000"/>
                </a:solidFill>
              </a:rPr>
              <a:t>Permutation</a:t>
            </a:r>
          </a:p>
        </p:txBody>
      </p:sp>
      <p:sp>
        <p:nvSpPr>
          <p:cNvPr id="17" name="Arc plein 16"/>
          <p:cNvSpPr/>
          <p:nvPr/>
        </p:nvSpPr>
        <p:spPr>
          <a:xfrm>
            <a:off x="5321300" y="1557020"/>
            <a:ext cx="1492250" cy="669290"/>
          </a:xfrm>
          <a:prstGeom prst="blockArc">
            <a:avLst>
              <a:gd name="adj1" fmla="val 10682609"/>
              <a:gd name="adj2" fmla="val 107371"/>
              <a:gd name="adj3" fmla="val 1275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5" name="Zone de texte 14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1ère itération de la boucle do .. while</a:t>
            </a:r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2             5                0             6               3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7381875" y="258254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6551295" y="311277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6 &gt;  3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36841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1ère itération de la boucle do .. while</a:t>
            </a:r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2             5                0             6               3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7381875" y="258254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6551295" y="311277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6 &gt;  3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36841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6950710" y="1188720"/>
            <a:ext cx="2045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rgbClr val="FFC000"/>
                </a:solidFill>
              </a:rPr>
              <a:t>Permutation</a:t>
            </a:r>
          </a:p>
        </p:txBody>
      </p:sp>
      <p:sp>
        <p:nvSpPr>
          <p:cNvPr id="17" name="Arc plein 16"/>
          <p:cNvSpPr/>
          <p:nvPr/>
        </p:nvSpPr>
        <p:spPr>
          <a:xfrm>
            <a:off x="6370320" y="1557020"/>
            <a:ext cx="1492250" cy="669290"/>
          </a:xfrm>
          <a:prstGeom prst="blockArc">
            <a:avLst>
              <a:gd name="adj1" fmla="val 10682609"/>
              <a:gd name="adj2" fmla="val 107371"/>
              <a:gd name="adj3" fmla="val 1275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5" name="Zone de texte 14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1ère itération de la boucle do .. while</a:t>
            </a:r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2             5                0             3               6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58085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7381875" y="258254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6551295" y="311277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6 &gt;  3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36841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6950710" y="1188720"/>
            <a:ext cx="2045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rgbClr val="FFC000"/>
                </a:solidFill>
              </a:rPr>
              <a:t>Permutation</a:t>
            </a:r>
          </a:p>
        </p:txBody>
      </p:sp>
      <p:sp>
        <p:nvSpPr>
          <p:cNvPr id="17" name="Arc plein 16"/>
          <p:cNvSpPr/>
          <p:nvPr/>
        </p:nvSpPr>
        <p:spPr>
          <a:xfrm>
            <a:off x="6370320" y="1557020"/>
            <a:ext cx="1492250" cy="669290"/>
          </a:xfrm>
          <a:prstGeom prst="blockArc">
            <a:avLst>
              <a:gd name="adj1" fmla="val 10682609"/>
              <a:gd name="adj2" fmla="val 107371"/>
              <a:gd name="adj3" fmla="val 1275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20" name="Flèche droite 19"/>
          <p:cNvSpPr/>
          <p:nvPr/>
        </p:nvSpPr>
        <p:spPr>
          <a:xfrm>
            <a:off x="3756660" y="4768850"/>
            <a:ext cx="1010920" cy="18097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3" name="Zone de texte 22"/>
          <p:cNvSpPr txBox="1"/>
          <p:nvPr/>
        </p:nvSpPr>
        <p:spPr>
          <a:xfrm>
            <a:off x="5027930" y="4675505"/>
            <a:ext cx="662114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solidFill>
                  <a:srgbClr val="FFC000"/>
                </a:solidFill>
              </a:rPr>
              <a:t>Le plus grand élément se trouve à la dernière case du tableau</a:t>
            </a:r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1ère itération de la boucle do .. while</a:t>
            </a:r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2             5                0             3               6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2ème itération de la boucle do .. while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4243070" y="257111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3620770" y="32296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2 &gt;  5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362077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2             5                0             3               6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2ème itération de la boucle do .. while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5382260" y="2552700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4551680" y="32296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5 &gt;  0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461835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2             5                0             3               6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2ème itération de la boucle do .. while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5382260" y="2552700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4551680" y="32296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5 &gt;  0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461835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4869815" y="1188720"/>
            <a:ext cx="2045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rgbClr val="FFC000"/>
                </a:solidFill>
              </a:rPr>
              <a:t>Permutation</a:t>
            </a:r>
          </a:p>
        </p:txBody>
      </p:sp>
      <p:sp>
        <p:nvSpPr>
          <p:cNvPr id="17" name="Arc plein 16"/>
          <p:cNvSpPr/>
          <p:nvPr/>
        </p:nvSpPr>
        <p:spPr>
          <a:xfrm>
            <a:off x="4289425" y="1557020"/>
            <a:ext cx="1492250" cy="669290"/>
          </a:xfrm>
          <a:prstGeom prst="blockArc">
            <a:avLst>
              <a:gd name="adj1" fmla="val 10682609"/>
              <a:gd name="adj2" fmla="val 107371"/>
              <a:gd name="adj3" fmla="val 1275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2             0                5             3               6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2ème itération de la boucle do .. while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5382260" y="2552700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4551680" y="32296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5 &gt;  0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461835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4869815" y="1188720"/>
            <a:ext cx="2045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rgbClr val="FFC000"/>
                </a:solidFill>
              </a:rPr>
              <a:t>Permutation</a:t>
            </a:r>
          </a:p>
        </p:txBody>
      </p:sp>
      <p:sp>
        <p:nvSpPr>
          <p:cNvPr id="17" name="Arc plein 16"/>
          <p:cNvSpPr/>
          <p:nvPr/>
        </p:nvSpPr>
        <p:spPr>
          <a:xfrm>
            <a:off x="4289425" y="1557020"/>
            <a:ext cx="1492250" cy="669290"/>
          </a:xfrm>
          <a:prstGeom prst="blockArc">
            <a:avLst>
              <a:gd name="adj1" fmla="val 10682609"/>
              <a:gd name="adj2" fmla="val 107371"/>
              <a:gd name="adj3" fmla="val 1275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2             0                5             3               6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2ème itération de la boucle do .. while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6393180" y="258254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5749925" y="317309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5 &gt;  3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574992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2             0                5             3               6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2ème itération de la boucle do .. while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6393180" y="258254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5749925" y="317309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5 &gt;  3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574992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5930265" y="1188720"/>
            <a:ext cx="2045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rgbClr val="FFC000"/>
                </a:solidFill>
              </a:rPr>
              <a:t>Permutation</a:t>
            </a:r>
          </a:p>
        </p:txBody>
      </p:sp>
      <p:sp>
        <p:nvSpPr>
          <p:cNvPr id="17" name="Arc plein 16"/>
          <p:cNvSpPr/>
          <p:nvPr/>
        </p:nvSpPr>
        <p:spPr>
          <a:xfrm>
            <a:off x="5349875" y="1557020"/>
            <a:ext cx="1492250" cy="669290"/>
          </a:xfrm>
          <a:prstGeom prst="blockArc">
            <a:avLst>
              <a:gd name="adj1" fmla="val 10682609"/>
              <a:gd name="adj2" fmla="val 107371"/>
              <a:gd name="adj3" fmla="val 1275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2             0                3             5               6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2ème itération de la boucle do .. while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6393180" y="258254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5749925" y="317309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5 &gt;  3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574992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2             0                3             5               6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2ème itération de la boucle do .. while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7328535" y="258254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6747510" y="32296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5 &gt;  6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74751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2             0                3             5               6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3ème itération de la boucle do .. while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4250690" y="2552700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3620770" y="309372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2 &gt;  0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362077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2             0                3             5               6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3ème itération de la boucle do .. while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4250690" y="2552700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3620770" y="309372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2 &gt;  0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362077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4250690" y="820420"/>
            <a:ext cx="2045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rgbClr val="FFC000"/>
                </a:solidFill>
              </a:rPr>
              <a:t>Permutation</a:t>
            </a:r>
          </a:p>
        </p:txBody>
      </p:sp>
      <p:sp>
        <p:nvSpPr>
          <p:cNvPr id="17" name="Arc plein 16"/>
          <p:cNvSpPr/>
          <p:nvPr/>
        </p:nvSpPr>
        <p:spPr>
          <a:xfrm>
            <a:off x="3207385" y="1557020"/>
            <a:ext cx="1492250" cy="669290"/>
          </a:xfrm>
          <a:prstGeom prst="blockArc">
            <a:avLst>
              <a:gd name="adj1" fmla="val 10682609"/>
              <a:gd name="adj2" fmla="val 107371"/>
              <a:gd name="adj3" fmla="val 1275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0             2                3             5               6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3ème itération de la boucle do .. while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4250690" y="2552700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3620770" y="309372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2 &gt;  0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362077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4250690" y="820420"/>
            <a:ext cx="2045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rgbClr val="FFC000"/>
                </a:solidFill>
              </a:rPr>
              <a:t>Permutation</a:t>
            </a:r>
          </a:p>
        </p:txBody>
      </p:sp>
      <p:sp>
        <p:nvSpPr>
          <p:cNvPr id="17" name="Arc plein 16"/>
          <p:cNvSpPr/>
          <p:nvPr/>
        </p:nvSpPr>
        <p:spPr>
          <a:xfrm>
            <a:off x="3207385" y="1557020"/>
            <a:ext cx="1492250" cy="669290"/>
          </a:xfrm>
          <a:prstGeom prst="blockArc">
            <a:avLst>
              <a:gd name="adj1" fmla="val 10682609"/>
              <a:gd name="adj2" fmla="val 107371"/>
              <a:gd name="adj3" fmla="val 1275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0             2                3             5               6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3ème itération de la boucle do .. while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5291455" y="258254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4712970" y="311213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2 &gt;  3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478472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0             2                3             5               6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3ème itération de la boucle do .. while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6377940" y="258254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5840095" y="32296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3 &gt;  5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584009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0             2                3             5               6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3ème itération de la boucle do .. while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7388860" y="2552700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6837680" y="32296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5 &gt;  6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83768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0             2                3             5               6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4615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                                                                                            </a:t>
            </a:r>
            <a:r>
              <a:rPr lang="fr-FR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4ème itération de la boucle do .. while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7388860" y="2552700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6837680" y="32296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5 &gt;  6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83768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0             2                3             5               6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4615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                                                                                            </a:t>
            </a:r>
            <a:r>
              <a:rPr lang="fr-FR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4ème itération de la boucle do .. while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4204970" y="2552700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3620770" y="32296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0 &gt;  2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3620770" y="2552700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0             2                3             5               6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4615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                                                                                            </a:t>
            </a:r>
            <a:r>
              <a:rPr lang="fr-FR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4ème itération de la boucle do .. while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5261610" y="258254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4618355" y="317309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2 &gt;  3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461835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0             2                3             5               6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4615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                                                                                            </a:t>
            </a:r>
            <a:r>
              <a:rPr lang="fr-FR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4ème itération de la boucle do .. while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6332855" y="258254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5596890" y="311213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3 &gt; 5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572008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0             2                3             5               6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4615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                                                                                            </a:t>
            </a:r>
            <a:r>
              <a:rPr lang="fr-FR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4ème itération de la boucle do .. while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7283450" y="258254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6760845" y="32296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5 &gt; 6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76084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0             2                3             5               6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300990" y="2472690"/>
            <a:ext cx="11245215" cy="44615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0;                          </a:t>
            </a:r>
            <a:endParaRPr lang="fr-FR" sz="16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for( i = 0 ; i &lt; n-1 ; i++ )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{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if ( T [i] &gt; T [i+1] )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{  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permutation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aux = T[i];                                                                                            </a:t>
            </a:r>
            <a:r>
              <a:rPr lang="fr-FR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permut = 0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T[i] = T[i+1];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T[i+1] = aux ;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permut = 1;             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}</a:t>
            </a: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}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 (permut == 1);</a:t>
            </a:r>
            <a:endParaRPr lang="fr-F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3310890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951730" y="3752215"/>
            <a:ext cx="439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4ème itération de la boucle do .. while</a:t>
            </a:r>
          </a:p>
        </p:txBody>
      </p:sp>
      <p:sp>
        <p:nvSpPr>
          <p:cNvPr id="24" name="Flèche vers le bas 23"/>
          <p:cNvSpPr/>
          <p:nvPr/>
        </p:nvSpPr>
        <p:spPr>
          <a:xfrm flipV="1">
            <a:off x="7283450" y="258254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6760845" y="32296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5 &gt; 6 ?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76084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0" name="Flèche droite 19"/>
          <p:cNvSpPr/>
          <p:nvPr/>
        </p:nvSpPr>
        <p:spPr>
          <a:xfrm>
            <a:off x="4194810" y="5526405"/>
            <a:ext cx="1010920" cy="18097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3" name="Zone de texte 22"/>
          <p:cNvSpPr txBox="1"/>
          <p:nvPr/>
        </p:nvSpPr>
        <p:spPr>
          <a:xfrm>
            <a:off x="5425440" y="5417820"/>
            <a:ext cx="41109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solidFill>
                  <a:srgbClr val="FFC000"/>
                </a:solidFill>
              </a:rPr>
              <a:t>Le tableau est trié par ordre croissant</a:t>
            </a:r>
            <a:endParaRPr lang="fr-FR" altLang="en-US"/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Optimisation de l'algorithme tri à bulles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723265" y="1371600"/>
            <a:ext cx="11245215" cy="5169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taille = n ; </a:t>
            </a:r>
            <a:r>
              <a:rPr lang="fr-FR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</a:t>
            </a:r>
            <a:r>
              <a:rPr lang="fr-FR" altLang="en-US" sz="200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sauvegarder la taille initiale dans une variable nommée taille</a:t>
            </a:r>
            <a:endParaRPr lang="fr-FR" altLang="en-US" sz="200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permut = 0;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for(i=0; i&lt;taille-1; i++)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{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	if(T[i]&gt;T[i+1])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	{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		aux=T[i];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		T[i]=T[i+1];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		T[i+1]=aux;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		permut = 1;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}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	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taille--;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while(permut==1);</a:t>
            </a: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Autre version de l'algorithme tri à bulles</a:t>
            </a: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35</a:t>
            </a:fld>
            <a:endParaRPr lang="en-US"/>
          </a:p>
        </p:txBody>
      </p:sp>
      <p:sp>
        <p:nvSpPr>
          <p:cNvPr id="2" name="Zone de texte 1"/>
          <p:cNvSpPr txBox="1"/>
          <p:nvPr/>
        </p:nvSpPr>
        <p:spPr>
          <a:xfrm>
            <a:off x="1099820" y="1636395"/>
            <a:ext cx="490791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(i=n-1; i&gt;0; i--)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</a:p>
          <a:p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for (j=1; j&lt;=</a:t>
            </a:r>
            <a:r>
              <a:rPr lang="fr-F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i; j</a:t>
            </a: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if (T[j-1] &gt; T[j])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{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tampon = T[j-1];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T[j-1] = T[j];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T[j] = tampon;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}</a:t>
            </a:r>
          </a:p>
          <a:p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4264</Words>
  <Application>Microsoft Office PowerPoint</Application>
  <PresentationFormat>Widescreen</PresentationFormat>
  <Paragraphs>858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Times New Roman</vt:lpstr>
      <vt:lpstr>Office Theme</vt:lpstr>
      <vt:lpstr>Tri à bulles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Différents types de tri</dc:title>
  <dc:creator/>
  <cp:lastModifiedBy>naouel boughattas</cp:lastModifiedBy>
  <cp:revision>309</cp:revision>
  <dcterms:created xsi:type="dcterms:W3CDTF">2020-10-10T17:56:00Z</dcterms:created>
  <dcterms:modified xsi:type="dcterms:W3CDTF">2025-06-28T21:53:06Z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1036-11.2.0.11254</vt:lpwstr>
  </property>
  <property fmtid="{D5CDD505-2E9C-101B-9397-08002B2CF9AE}" pid="3" name="ICV">
    <vt:lpwstr>88E062C852C54BACBD4C4EB8441D6858</vt:lpwstr>
  </property>
</Properties>
</file>