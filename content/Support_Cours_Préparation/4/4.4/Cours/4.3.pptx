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7"/>
  </p:notesMasterIdLst>
  <p:sldIdLst>
    <p:sldId id="288" r:id="rId3"/>
    <p:sldId id="289" r:id="rId4"/>
    <p:sldId id="290" r:id="rId5"/>
    <p:sldId id="291" r:id="rId6"/>
  </p:sldIdLst>
  <p:sldSz cx="9144000" cy="6858000" type="screen4x3"/>
  <p:notesSz cx="7102475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>
          <p15:clr>
            <a:srgbClr val="A4A3A4"/>
          </p15:clr>
        </p15:guide>
        <p15:guide id="2" pos="291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56">
          <p15:clr>
            <a:srgbClr val="A4A3A4"/>
          </p15:clr>
        </p15:guide>
        <p15:guide id="2" pos="2265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6F6ACB-61B3-A4D6-70A5-B740A4D5F556}" v="16" dt="2025-06-28T20:22:34.416"/>
  </p1510:revLst>
</p1510:revInfo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aximized">
    <p:restoredLeft sz="34587" autoAdjust="0"/>
    <p:restoredTop sz="86380" autoAdjust="0"/>
  </p:normalViewPr>
  <p:slideViewPr>
    <p:cSldViewPr>
      <p:cViewPr varScale="1">
        <p:scale>
          <a:sx n="71" d="100"/>
          <a:sy n="71" d="100"/>
        </p:scale>
        <p:origin x="1205" y="58"/>
      </p:cViewPr>
      <p:guideLst>
        <p:guide orient="horz" pos="2182"/>
        <p:guide pos="291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56"/>
        <p:guide pos="2265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B6F6ACB-61B3-A4D6-70A5-B740A4D5F556}"/>
    <pc:docChg chg="delSld">
      <pc:chgData name="" userId="" providerId="" clId="Web-{AB6F6ACB-61B3-A4D6-70A5-B740A4D5F556}" dt="2025-06-28T20:21:03.506" v="0"/>
      <pc:docMkLst>
        <pc:docMk/>
      </pc:docMkLst>
      <pc:sldChg chg="del">
        <pc:chgData name="" userId="" providerId="" clId="Web-{AB6F6ACB-61B3-A4D6-70A5-B740A4D5F556}" dt="2025-06-28T20:21:03.506" v="0"/>
        <pc:sldMkLst>
          <pc:docMk/>
          <pc:sldMk cId="0" sldId="292"/>
        </pc:sldMkLst>
      </pc:sldChg>
    </pc:docChg>
  </pc:docChgLst>
  <pc:docChgLst>
    <pc:chgData name="naouel boughattas" userId="S::naouel.boughattas@esprit.tn::2a5ccfa1-3036-49a9-9a37-8d29c52ac4f0" providerId="AD" clId="Web-{AB6F6ACB-61B3-A4D6-70A5-B740A4D5F556}"/>
    <pc:docChg chg="addSld delSld modSld">
      <pc:chgData name="naouel boughattas" userId="S::naouel.boughattas@esprit.tn::2a5ccfa1-3036-49a9-9a37-8d29c52ac4f0" providerId="AD" clId="Web-{AB6F6ACB-61B3-A4D6-70A5-B740A4D5F556}" dt="2025-06-28T20:22:34.416" v="14"/>
      <pc:docMkLst>
        <pc:docMk/>
      </pc:docMkLst>
      <pc:sldChg chg="addSp delSp">
        <pc:chgData name="naouel boughattas" userId="S::naouel.boughattas@esprit.tn::2a5ccfa1-3036-49a9-9a37-8d29c52ac4f0" providerId="AD" clId="Web-{AB6F6ACB-61B3-A4D6-70A5-B740A4D5F556}" dt="2025-06-28T20:22:26.572" v="12"/>
        <pc:sldMkLst>
          <pc:docMk/>
          <pc:sldMk cId="0" sldId="290"/>
        </pc:sldMkLst>
        <pc:spChg chg="add del">
          <ac:chgData name="naouel boughattas" userId="S::naouel.boughattas@esprit.tn::2a5ccfa1-3036-49a9-9a37-8d29c52ac4f0" providerId="AD" clId="Web-{AB6F6ACB-61B3-A4D6-70A5-B740A4D5F556}" dt="2025-06-28T20:22:26.572" v="12"/>
          <ac:spMkLst>
            <pc:docMk/>
            <pc:sldMk cId="0" sldId="290"/>
            <ac:spMk id="7" creationId="{00000000-0000-0000-0000-000000000000}"/>
          </ac:spMkLst>
        </pc:spChg>
      </pc:sldChg>
      <pc:sldChg chg="del">
        <pc:chgData name="naouel boughattas" userId="S::naouel.boughattas@esprit.tn::2a5ccfa1-3036-49a9-9a37-8d29c52ac4f0" providerId="AD" clId="Web-{AB6F6ACB-61B3-A4D6-70A5-B740A4D5F556}" dt="2025-06-28T20:22:01.540" v="0"/>
        <pc:sldMkLst>
          <pc:docMk/>
          <pc:sldMk cId="0" sldId="293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11.244" v="9"/>
        <pc:sldMkLst>
          <pc:docMk/>
          <pc:sldMk cId="0" sldId="294"/>
        </pc:sldMkLst>
      </pc:sldChg>
      <pc:sldChg chg="add del">
        <pc:chgData name="naouel boughattas" userId="S::naouel.boughattas@esprit.tn::2a5ccfa1-3036-49a9-9a37-8d29c52ac4f0" providerId="AD" clId="Web-{AB6F6ACB-61B3-A4D6-70A5-B740A4D5F556}" dt="2025-06-28T20:22:34.416" v="14"/>
        <pc:sldMkLst>
          <pc:docMk/>
          <pc:sldMk cId="0" sldId="295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02.728" v="1"/>
        <pc:sldMkLst>
          <pc:docMk/>
          <pc:sldMk cId="0" sldId="359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03.462" v="2"/>
        <pc:sldMkLst>
          <pc:docMk/>
          <pc:sldMk cId="0" sldId="381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04.181" v="3"/>
        <pc:sldMkLst>
          <pc:docMk/>
          <pc:sldMk cId="0" sldId="382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05.650" v="4"/>
        <pc:sldMkLst>
          <pc:docMk/>
          <pc:sldMk cId="0" sldId="383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07.587" v="5"/>
        <pc:sldMkLst>
          <pc:docMk/>
          <pc:sldMk cId="0" sldId="384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08.947" v="6"/>
        <pc:sldMkLst>
          <pc:docMk/>
          <pc:sldMk cId="0" sldId="385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09.806" v="7"/>
        <pc:sldMkLst>
          <pc:docMk/>
          <pc:sldMk cId="0" sldId="386"/>
        </pc:sldMkLst>
      </pc:sldChg>
      <pc:sldChg chg="del">
        <pc:chgData name="naouel boughattas" userId="S::naouel.boughattas@esprit.tn::2a5ccfa1-3036-49a9-9a37-8d29c52ac4f0" providerId="AD" clId="Web-{AB6F6ACB-61B3-A4D6-70A5-B740A4D5F556}" dt="2025-06-28T20:22:10.525" v="8"/>
        <pc:sldMkLst>
          <pc:docMk/>
          <pc:sldMk cId="0" sldId="38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  <a:t>28/06/2025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FBFDCE-FF8E-4804-9ED7-98E068DE68B1}" type="slidenum">
              <a:rPr lang="fr-FR" smtClean="0"/>
              <a:t>5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  <a:t>28/06/2025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  <a:t>28/06/2025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  <a:t>28/06/2025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  <a:t>28/06/2025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28/06/2025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  <a:t>28/06/2025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1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71472" y="1428736"/>
            <a:ext cx="8001056" cy="45383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500" dirty="0"/>
              <a:t>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Lors de la déclaration d’un tableau, on peut initialiser ses composantes en indiquant la liste des valeurs respectivement entre {}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 : 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 [5] = {1, 10, 9, 4, 5} ;</a:t>
            </a: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Réservation de (2 x 5) octets</a:t>
            </a: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 Lettres [26] = {‘ A ’, ‘ B ’};</a:t>
            </a:r>
          </a:p>
          <a:p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A[] ={1,2,3}; // la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taille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A </a:t>
            </a:r>
            <a:r>
              <a:rPr 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 A [4] = {1, 10, 9, 4, 5} ;              </a:t>
            </a:r>
            <a:r>
              <a:rPr 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en-US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fr-FR" sz="2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Erreur!</a:t>
            </a:r>
            <a:endParaRPr lang="fr-FR" sz="2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2843" y="62906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Initialisation</a:t>
            </a:r>
          </a:p>
        </p:txBody>
      </p:sp>
      <p:sp>
        <p:nvSpPr>
          <p:cNvPr id="8" name="Text Box 17"/>
          <p:cNvSpPr txBox="1">
            <a:spLocks noChangeArrowheads="1"/>
          </p:cNvSpPr>
          <p:nvPr/>
        </p:nvSpPr>
        <p:spPr bwMode="auto">
          <a:xfrm>
            <a:off x="1691680" y="5280213"/>
            <a:ext cx="7128792" cy="134937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lvl="3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dirty="0"/>
              <a:t>Par contre, on ne peut pas utiliser l'affectation !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fr-FR" dirty="0"/>
          </a:p>
          <a:p>
            <a:pPr lvl="3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dirty="0" err="1"/>
              <a:t>int</a:t>
            </a:r>
            <a:r>
              <a:rPr lang="fr-FR" dirty="0"/>
              <a:t> </a:t>
            </a:r>
            <a:r>
              <a:rPr lang="fr-FR" dirty="0" err="1"/>
              <a:t>Tpremiers</a:t>
            </a:r>
            <a:r>
              <a:rPr lang="fr-FR" dirty="0"/>
              <a:t> [4];</a:t>
            </a:r>
          </a:p>
          <a:p>
            <a:pPr lvl="3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fr-FR" dirty="0" err="1"/>
              <a:t>Tpremiers</a:t>
            </a:r>
            <a:r>
              <a:rPr lang="fr-FR" dirty="0"/>
              <a:t> = {2, 3, 5, 7};</a:t>
            </a:r>
          </a:p>
        </p:txBody>
      </p:sp>
      <p:grpSp>
        <p:nvGrpSpPr>
          <p:cNvPr id="10" name="Group 29"/>
          <p:cNvGrpSpPr/>
          <p:nvPr/>
        </p:nvGrpSpPr>
        <p:grpSpPr bwMode="auto">
          <a:xfrm>
            <a:off x="1763688" y="5301208"/>
            <a:ext cx="4495800" cy="1219200"/>
            <a:chOff x="816" y="3456"/>
            <a:chExt cx="2832" cy="768"/>
          </a:xfrm>
        </p:grpSpPr>
        <p:grpSp>
          <p:nvGrpSpPr>
            <p:cNvPr id="11" name="Group 22"/>
            <p:cNvGrpSpPr/>
            <p:nvPr/>
          </p:nvGrpSpPr>
          <p:grpSpPr bwMode="auto">
            <a:xfrm>
              <a:off x="816" y="3456"/>
              <a:ext cx="624" cy="672"/>
              <a:chOff x="3216" y="1392"/>
              <a:chExt cx="624" cy="672"/>
            </a:xfrm>
          </p:grpSpPr>
          <p:sp>
            <p:nvSpPr>
              <p:cNvPr id="14" name="Oval 23"/>
              <p:cNvSpPr>
                <a:spLocks noChangeArrowheads="1"/>
              </p:cNvSpPr>
              <p:nvPr/>
            </p:nvSpPr>
            <p:spPr bwMode="auto">
              <a:xfrm>
                <a:off x="3216" y="1392"/>
                <a:ext cx="624" cy="672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  <p:sp>
            <p:nvSpPr>
              <p:cNvPr id="15" name="Oval 24"/>
              <p:cNvSpPr>
                <a:spLocks noChangeArrowheads="1"/>
              </p:cNvSpPr>
              <p:nvPr/>
            </p:nvSpPr>
            <p:spPr bwMode="auto">
              <a:xfrm>
                <a:off x="3270" y="1450"/>
                <a:ext cx="516" cy="556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  <p:sp>
            <p:nvSpPr>
              <p:cNvPr id="16" name="Rectangle 25"/>
              <p:cNvSpPr>
                <a:spLocks noChangeArrowheads="1"/>
              </p:cNvSpPr>
              <p:nvPr/>
            </p:nvSpPr>
            <p:spPr bwMode="auto">
              <a:xfrm>
                <a:off x="3325" y="1684"/>
                <a:ext cx="406" cy="88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</p:spPr>
            <p:txBody>
              <a:bodyPr wrap="none" anchor="ctr"/>
              <a:lstStyle>
                <a:lvl1pPr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 eaLnBrk="0" hangingPunct="0"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hlink"/>
                  </a:buClr>
                  <a:buSzPct val="110000"/>
                  <a:buFont typeface="Wingdings" panose="05000000000000000000" pitchFamily="2" charset="2"/>
                  <a:buChar char="w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 eaLnBrk="1" hangingPunct="1"/>
                <a:endParaRPr lang="fr-FR"/>
              </a:p>
            </p:txBody>
          </p:sp>
        </p:grpSp>
        <p:sp>
          <p:nvSpPr>
            <p:cNvPr id="12" name="Line 26"/>
            <p:cNvSpPr>
              <a:spLocks noChangeShapeType="1"/>
            </p:cNvSpPr>
            <p:nvPr/>
          </p:nvSpPr>
          <p:spPr bwMode="auto">
            <a:xfrm>
              <a:off x="1536" y="3648"/>
              <a:ext cx="2112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/>
            </a:p>
          </p:txBody>
        </p:sp>
        <p:sp>
          <p:nvSpPr>
            <p:cNvPr id="13" name="Line 27"/>
            <p:cNvSpPr>
              <a:spLocks noChangeShapeType="1"/>
            </p:cNvSpPr>
            <p:nvPr/>
          </p:nvSpPr>
          <p:spPr bwMode="auto">
            <a:xfrm flipH="1">
              <a:off x="1584" y="3648"/>
              <a:ext cx="2064" cy="57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fr-FR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2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571472" y="1428736"/>
            <a:ext cx="8001056" cy="4907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5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Syntaxe</a:t>
            </a:r>
          </a:p>
          <a:p>
            <a:endParaRPr lang="fr-F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fr-FR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NomTableau</a:t>
            </a:r>
            <a:r>
              <a:rPr lang="fr-F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[&lt;indice&gt;]</a:t>
            </a:r>
          </a:p>
          <a:p>
            <a:endParaRPr lang="fr-F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b="1" u="sng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endParaRPr lang="fr-F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24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un tableau T de taille N:</a:t>
            </a:r>
          </a:p>
          <a:p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T[0] pour accéder au premier élément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T[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pour 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accéder  à la case d’indice i allant de 0 a n-1</a:t>
            </a: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T[N-1] pour accéder au dernier élément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T[N] </a:t>
            </a:r>
            <a:r>
              <a:rPr lang="fr-FR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--&gt; 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interdit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</a:t>
            </a: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rgbClr val="C00000"/>
              </a:buClr>
            </a:pPr>
            <a:endParaRPr lang="fr-F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Accès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3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5243" y="62906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Remplissage d’un tableau</a:t>
            </a:r>
          </a:p>
        </p:txBody>
      </p:sp>
      <p:sp>
        <p:nvSpPr>
          <p:cNvPr id="7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 l="32372" t="16360" r="35529" b="56078"/>
          <a:stretch>
            <a:fillRect/>
          </a:stretch>
        </p:blipFill>
        <p:spPr bwMode="auto">
          <a:xfrm>
            <a:off x="525780" y="1560195"/>
            <a:ext cx="8339455" cy="402590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2910" y="1285836"/>
            <a:ext cx="7886700" cy="5572164"/>
          </a:xfrm>
        </p:spPr>
        <p:txBody>
          <a:bodyPr>
            <a:normAutofit/>
          </a:bodyPr>
          <a:lstStyle/>
          <a:p>
            <a:pPr marL="228600" lvl="1">
              <a:spcBef>
                <a:spcPts val="1000"/>
              </a:spcBef>
              <a:buNone/>
            </a:pPr>
            <a:r>
              <a:rPr lang="fr-FR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9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  <a:t>4</a:t>
            </a:fld>
            <a:endParaRPr lang="fr-FR"/>
          </a:p>
        </p:txBody>
      </p:sp>
      <p:sp>
        <p:nvSpPr>
          <p:cNvPr id="9" name="Espace réservé du contenu 2"/>
          <p:cNvSpPr txBox="1"/>
          <p:nvPr/>
        </p:nvSpPr>
        <p:spPr>
          <a:xfrm>
            <a:off x="795310" y="1152508"/>
            <a:ext cx="7886700" cy="5572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5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fr-FR" sz="9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228600" marR="0" lvl="1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fr-FR" sz="9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2"/>
          <p:cNvSpPr txBox="1"/>
          <p:nvPr/>
        </p:nvSpPr>
        <p:spPr>
          <a:xfrm>
            <a:off x="457200" y="1000108"/>
            <a:ext cx="8435280" cy="52372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914400" marR="0" lvl="1" indent="-4572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anose="05000000000000000000" pitchFamily="2" charset="2"/>
              <a:buChar char="q"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95243" y="629064"/>
            <a:ext cx="624311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Affichage d’un tableau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 l="29051" t="16584" r="42170" b="50172"/>
          <a:stretch>
            <a:fillRect/>
          </a:stretch>
        </p:blipFill>
        <p:spPr bwMode="auto">
          <a:xfrm>
            <a:off x="871220" y="1355090"/>
            <a:ext cx="7162800" cy="4652010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1235</Words>
  <Application>Microsoft Office PowerPoint</Application>
  <PresentationFormat>Affichage à l'écran (4:3)</PresentationFormat>
  <Paragraphs>327</Paragraphs>
  <Slides>4</Slides>
  <Notes>4</Notes>
  <HiddenSlides>0</HiddenSlides>
  <MMClips>0</MMClips>
  <ScaleCrop>false</ScaleCrop>
  <HeadingPairs>
    <vt:vector size="4" baseType="variant">
      <vt:variant>
        <vt:lpstr>Thème</vt:lpstr>
      </vt:variant>
      <vt:variant>
        <vt:i4>2</vt:i4>
      </vt:variant>
      <vt:variant>
        <vt:lpstr>Titres des diapositives</vt:lpstr>
      </vt:variant>
      <vt:variant>
        <vt:i4>4</vt:i4>
      </vt:variant>
    </vt:vector>
  </HeadingPairs>
  <TitlesOfParts>
    <vt:vector size="6" baseType="lpstr">
      <vt:lpstr>Thème Office</vt:lpstr>
      <vt:lpstr>Office Theme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Hazar Chaabani</dc:creator>
  <cp:lastModifiedBy>naouel boughattas</cp:lastModifiedBy>
  <cp:revision>416</cp:revision>
  <dcterms:created xsi:type="dcterms:W3CDTF">2017-09-09T12:22:00Z</dcterms:created>
  <dcterms:modified xsi:type="dcterms:W3CDTF">2025-06-28T20:22:36Z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1036-11.2.0.11341</vt:lpwstr>
  </property>
  <property fmtid="{D5CDD505-2E9C-101B-9397-08002B2CF9AE}" pid="3" name="ICV">
    <vt:lpwstr>DEF733767FE24D29B57AEE439E5DE4A5</vt:lpwstr>
  </property>
</Properties>
</file>